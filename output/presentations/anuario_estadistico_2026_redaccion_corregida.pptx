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a121_130_slideLayout1.xml" ContentType="application/vnd.openxmlformats-officedocument.presentationml.slideLayout+xml"/>
  <Override PartName="/ppt/slideLayouts/s121_slideLayout1.xml" ContentType="application/vnd.openxmlformats-officedocument.presentationml.slideLayout+xml"/>
  <Override PartName="/ppt/slideLayouts/s125_slideLayout1.xml" ContentType="application/vnd.openxmlformats-officedocument.presentationml.slideLayout+xml"/>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a121_130_slideMaster1.xml" ContentType="application/vnd.openxmlformats-officedocument.presentationml.slideMaster+xml"/>
  <Override PartName="/ppt/slideMasters/s121_slideMaster1.xml" ContentType="application/vnd.openxmlformats-officedocument.presentationml.slideMaster+xml"/>
  <Override PartName="/ppt/slideMasters/s125_slideMaster1.xml" ContentType="application/vnd.openxmlformats-officedocument.presentationml.slideMaster+xml"/>
  <Override PartName="/ppt/slideMasters/s9_slideMaster1.xml" ContentType="application/vnd.openxmlformats-officedocument.presentationml.slideMaster+xml"/>
  <Override PartName="/ppt/slideMasters/slideMaster1.xml" ContentType="application/vnd.openxmlformats-officedocument.presentationml.slideMaster+xml"/>
  <Override PartName="/ppt/slideMasters/theme/a121_130_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s121_theme1.xml" ContentType="application/vnd.openxmlformats-officedocument.theme+xml"/>
  <Override PartName="/ppt/theme/s125_theme1.xml" ContentType="application/vnd.openxmlformats-officedocument.theme+xml"/>
  <Override PartName="/ppt/theme/s9_theme1.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 id="2147520000" r:id="rIdAnnexBlockReferenceMaster"/>
  </p:sldMasterIdLst>
  <p:notesMasterIdLst>
    <p:notesMasterId r:id="rId13"/>
  </p:notesMasterIdLst>
  <p:sldIdLst>
    <p:sldId id="259" r:id="rId5"/>
    <p:sldId id="260" r:id="rId6"/>
    <p:sldId id="386" r:id="rId12"/>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AnnexBlockReferenceMaster" Type="http://schemas.openxmlformats.org/officeDocument/2006/relationships/slideMaster" Target="slideMasters/a121_130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 Id="rIdSlide9ReferenceMaster" Type="http://schemas.openxmlformats.org/officeDocument/2006/relationships/slideMaster" Target="slideMasters/s9_slide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6.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8" Type="http://schemas.openxmlformats.org/officeDocument/2006/relationships/slide" Target="slides/slide20.xml"/><Relationship Id="rId49" Type="http://schemas.openxmlformats.org/officeDocument/2006/relationships/slide" Target="slides/slide21.xml"/><Relationship Id="rId50" Type="http://schemas.openxmlformats.org/officeDocument/2006/relationships/slide" Target="slides/slide22.xml"/><Relationship Id="rId51" Type="http://schemas.openxmlformats.org/officeDocument/2006/relationships/slide" Target="slides/slide23.xml"/><Relationship Id="rId52" Type="http://schemas.openxmlformats.org/officeDocument/2006/relationships/slide" Target="slides/slide24.xml"/><Relationship Id="rId53" Type="http://schemas.openxmlformats.org/officeDocument/2006/relationships/slide" Target="slides/slide25.xml"/><Relationship Id="rId54" Type="http://schemas.openxmlformats.org/officeDocument/2006/relationships/slide" Target="slides/slide26.xml"/><Relationship Id="rId55" Type="http://schemas.openxmlformats.org/officeDocument/2006/relationships/slide" Target="slides/slide27.xml"/><Relationship Id="rId56" Type="http://schemas.openxmlformats.org/officeDocument/2006/relationships/slide" Target="slides/slide28.xml"/><Relationship Id="rId57" Type="http://schemas.openxmlformats.org/officeDocument/2006/relationships/slide" Target="slides/slide29.xml"/><Relationship Id="rId58" Type="http://schemas.openxmlformats.org/officeDocument/2006/relationships/slide" Target="slides/slide30.xml"/><Relationship Id="rId59" Type="http://schemas.openxmlformats.org/officeDocument/2006/relationships/slide" Target="slides/slide31.xml"/><Relationship Id="rId60" Type="http://schemas.openxmlformats.org/officeDocument/2006/relationships/slide" Target="slides/slide32.xml"/><Relationship Id="rId61" Type="http://schemas.openxmlformats.org/officeDocument/2006/relationships/slide" Target="slides/slide33.xml"/><Relationship Id="rId62" Type="http://schemas.openxmlformats.org/officeDocument/2006/relationships/slide" Target="slides/slide34.xml"/><Relationship Id="rId63" Type="http://schemas.openxmlformats.org/officeDocument/2006/relationships/slide" Target="slides/slide35.xml"/><Relationship Id="rId64" Type="http://schemas.openxmlformats.org/officeDocument/2006/relationships/slide" Target="slides/slide36.xml"/><Relationship Id="rId65"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8" Type="http://schemas.openxmlformats.org/officeDocument/2006/relationships/slide" Target="slides/slide40.xml"/><Relationship Id="rId69" Type="http://schemas.openxmlformats.org/officeDocument/2006/relationships/slide" Target="slides/slide41.xml"/><Relationship Id="rId70" Type="http://schemas.openxmlformats.org/officeDocument/2006/relationships/slide" Target="slides/slide42.xml"/><Relationship Id="rId71" Type="http://schemas.openxmlformats.org/officeDocument/2006/relationships/slide" Target="slides/slide43.xml"/><Relationship Id="rId72" Type="http://schemas.openxmlformats.org/officeDocument/2006/relationships/slide" Target="slides/slide44.xml"/><Relationship Id="rId74" Type="http://schemas.openxmlformats.org/officeDocument/2006/relationships/slide" Target="slides/slide45.xml"/><Relationship Id="rId75" Type="http://schemas.openxmlformats.org/officeDocument/2006/relationships/slide" Target="slides/slide46.xml"/><Relationship Id="rId76" Type="http://schemas.openxmlformats.org/officeDocument/2006/relationships/slide" Target="slides/slide47.xml"/><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Relationship Id="rId86" Type="http://schemas.openxmlformats.org/officeDocument/2006/relationships/slide" Target="slides/slide56.xml"/><Relationship Id="rId87" Type="http://schemas.openxmlformats.org/officeDocument/2006/relationships/slide" Target="slides/slide57.xml"/><Relationship Id="rId88" Type="http://schemas.openxmlformats.org/officeDocument/2006/relationships/slide" Target="slides/slide58.xml"/><Relationship Id="rId89" Type="http://schemas.openxmlformats.org/officeDocument/2006/relationships/slide" Target="slides/slide59.xml"/><Relationship Id="rId91" Type="http://schemas.openxmlformats.org/officeDocument/2006/relationships/slide" Target="slides/slide60.xml"/><Relationship Id="rId92" Type="http://schemas.openxmlformats.org/officeDocument/2006/relationships/slide" Target="slides/slide61.xml"/><Relationship Id="rId93" Type="http://schemas.openxmlformats.org/officeDocument/2006/relationships/slide" Target="slides/slide62.xml"/><Relationship Id="rId94" Type="http://schemas.openxmlformats.org/officeDocument/2006/relationships/slide" Target="slides/slide63.xml"/><Relationship Id="rId95" Type="http://schemas.openxmlformats.org/officeDocument/2006/relationships/slide" Target="slides/slide64.xml"/><Relationship Id="rId96" Type="http://schemas.openxmlformats.org/officeDocument/2006/relationships/slide" Target="slides/slide65.xml"/><Relationship Id="rId97" Type="http://schemas.openxmlformats.org/officeDocument/2006/relationships/slide" Target="slides/slide66.xml"/><Relationship Id="rId98" Type="http://schemas.openxmlformats.org/officeDocument/2006/relationships/slide" Target="slides/slide67.xml"/><Relationship Id="rId99" Type="http://schemas.openxmlformats.org/officeDocument/2006/relationships/slide" Target="slides/slide68.xml"/><Relationship Id="rId100" Type="http://schemas.openxmlformats.org/officeDocument/2006/relationships/slide" Target="slides/slide69.xml"/><Relationship Id="rId101" Type="http://schemas.openxmlformats.org/officeDocument/2006/relationships/slide" Target="slides/slide70.xml"/><Relationship Id="rId103" Type="http://schemas.openxmlformats.org/officeDocument/2006/relationships/slide" Target="slides/slide71.xml"/><Relationship Id="rId104" Type="http://schemas.openxmlformats.org/officeDocument/2006/relationships/slide" Target="slides/slide72.xml"/><Relationship Id="rId105" Type="http://schemas.openxmlformats.org/officeDocument/2006/relationships/slide" Target="slides/slide73.xml"/><Relationship Id="rId106" Type="http://schemas.openxmlformats.org/officeDocument/2006/relationships/slide" Target="slides/slide74.xml"/><Relationship Id="rId107" Type="http://schemas.openxmlformats.org/officeDocument/2006/relationships/slide" Target="slides/slide75.xml"/><Relationship Id="rId108" Type="http://schemas.openxmlformats.org/officeDocument/2006/relationships/slide" Target="slides/slide76.xml"/><Relationship Id="rId109" Type="http://schemas.openxmlformats.org/officeDocument/2006/relationships/slide" Target="slides/slide77.xml"/><Relationship Id="rId110" Type="http://schemas.openxmlformats.org/officeDocument/2006/relationships/slide" Target="slides/slide78.xml"/><Relationship Id="rId111" Type="http://schemas.openxmlformats.org/officeDocument/2006/relationships/slide" Target="slides/slide79.xml"/><Relationship Id="rId113" Type="http://schemas.openxmlformats.org/officeDocument/2006/relationships/slide" Target="slides/slide81.xml"/><Relationship Id="rId114" Type="http://schemas.openxmlformats.org/officeDocument/2006/relationships/slide" Target="slides/slide82.xml"/><Relationship Id="rId115" Type="http://schemas.openxmlformats.org/officeDocument/2006/relationships/slide" Target="slides/slide83.xml"/><Relationship Id="rId116" Type="http://schemas.openxmlformats.org/officeDocument/2006/relationships/slide" Target="slides/slide84.xml"/><Relationship Id="rId117" Type="http://schemas.openxmlformats.org/officeDocument/2006/relationships/slide" Target="slides/slide85.xml"/><Relationship Id="rId118" Type="http://schemas.openxmlformats.org/officeDocument/2006/relationships/slide" Target="slides/slide86.xml"/><Relationship Id="rId119" Type="http://schemas.openxmlformats.org/officeDocument/2006/relationships/slide" Target="slides/slide87.xml"/><Relationship Id="rId120" Type="http://schemas.openxmlformats.org/officeDocument/2006/relationships/slide" Target="slides/slide88.xml"/><Relationship Id="rId121" Type="http://schemas.openxmlformats.org/officeDocument/2006/relationships/slide" Target="slides/slide89.xml"/><Relationship Id="rId122" Type="http://schemas.openxmlformats.org/officeDocument/2006/relationships/slide" Target="slides/slide90.xml"/><Relationship Id="rId123" Type="http://schemas.openxmlformats.org/officeDocument/2006/relationships/slide" Target="slides/slide91.xml"/><Relationship Id="rId124" Type="http://schemas.openxmlformats.org/officeDocument/2006/relationships/slide" Target="slides/slide92.xml"/><Relationship Id="rId125" Type="http://schemas.openxmlformats.org/officeDocument/2006/relationships/slide" Target="slides/slide93.xml"/><Relationship Id="rId126" Type="http://schemas.openxmlformats.org/officeDocument/2006/relationships/slide" Target="slides/slide94.xml"/><Relationship Id="rId127" Type="http://schemas.openxmlformats.org/officeDocument/2006/relationships/slide" Target="slides/slide95.xml"/><Relationship Id="rId128" Type="http://schemas.openxmlformats.org/officeDocument/2006/relationships/slide" Target="slides/slide96.xml"/><Relationship Id="rId129" Type="http://schemas.openxmlformats.org/officeDocument/2006/relationships/slide" Target="slides/slide97.xml"/><Relationship Id="rId130" Type="http://schemas.openxmlformats.org/officeDocument/2006/relationships/slide" Target="slides/slide98.xml"/><Relationship Id="rId131" Type="http://schemas.openxmlformats.org/officeDocument/2006/relationships/slide" Target="slides/slide99.xml"/><Relationship Id="rId133" Type="http://schemas.openxmlformats.org/officeDocument/2006/relationships/slide" Target="slides/slide100.xml"/><Relationship Id="rId135" Type="http://schemas.openxmlformats.org/officeDocument/2006/relationships/slide" Target="slides/slide101.xml"/><Relationship Id="rId136" Type="http://schemas.openxmlformats.org/officeDocument/2006/relationships/slide" Target="slides/slide102.xml"/><Relationship Id="rId137" Type="http://schemas.openxmlformats.org/officeDocument/2006/relationships/slide" Target="slides/slide103.xml"/><Relationship Id="rId138" Type="http://schemas.openxmlformats.org/officeDocument/2006/relationships/slide" Target="slides/slide104.xml"/><Relationship Id="rId139" Type="http://schemas.openxmlformats.org/officeDocument/2006/relationships/slide" Target="slides/slide105.xml"/><Relationship Id="rId140" Type="http://schemas.openxmlformats.org/officeDocument/2006/relationships/slide" Target="slides/slide106.xml"/><Relationship Id="rId141" Type="http://schemas.openxmlformats.org/officeDocument/2006/relationships/slide" Target="slides/slide107.xml"/><Relationship Id="rId142" Type="http://schemas.openxmlformats.org/officeDocument/2006/relationships/slide" Target="slides/slide108.xml"/><Relationship Id="rId143" Type="http://schemas.openxmlformats.org/officeDocument/2006/relationships/slide" Target="slides/slide109.xml"/><Relationship Id="rId144" Type="http://schemas.openxmlformats.org/officeDocument/2006/relationships/slide" Target="slides/slide110.xml"/><Relationship Id="rId145" Type="http://schemas.openxmlformats.org/officeDocument/2006/relationships/slide" Target="slides/slide111.xml"/><Relationship Id="rId146" Type="http://schemas.openxmlformats.org/officeDocument/2006/relationships/slide" Target="slides/slide112.xml"/><Relationship Id="rId147" Type="http://schemas.openxmlformats.org/officeDocument/2006/relationships/slide" Target="slides/slide113.xml"/><Relationship Id="rId148" Type="http://schemas.openxmlformats.org/officeDocument/2006/relationships/slide" Target="slides/slide114.xml"/><Relationship Id="rId151" Type="http://schemas.openxmlformats.org/officeDocument/2006/relationships/slide" Target="slides/slide9.xml"/><Relationship Id="rId152" Type="http://schemas.openxmlformats.org/officeDocument/2006/relationships/slide" Target="slides/slide80.xml"/><Relationship Id="rId153" Type="http://schemas.openxmlformats.org/officeDocument/2006/relationships/slide" Target="slides/slide115.xml"/><Relationship Id="rId154" Type="http://schemas.openxmlformats.org/officeDocument/2006/relationships/slide" Target="slides/slide116.xml"/><Relationship Id="rId155" Type="http://schemas.openxmlformats.org/officeDocument/2006/relationships/slide" Target="slides/slide117.xml"/><Relationship Id="rId156" Type="http://schemas.openxmlformats.org/officeDocument/2006/relationships/slide" Target="slides/slide118.xml"/><Relationship Id="rId157" Type="http://schemas.openxmlformats.org/officeDocument/2006/relationships/slide" Target="slides/slide119.xml"/><Relationship Id="rId158" Type="http://schemas.openxmlformats.org/officeDocument/2006/relationships/slide" Target="slides/slide120.xml"/><Relationship Id="rId159" Type="http://schemas.openxmlformats.org/officeDocument/2006/relationships/slide" Target="slides/slide121.xml"/><Relationship Id="rId160" Type="http://schemas.openxmlformats.org/officeDocument/2006/relationships/slide" Target="slides/slide122.xml"/><Relationship Id="rId161" Type="http://schemas.openxmlformats.org/officeDocument/2006/relationships/slide" Target="slides/slide123.xml"/><Relationship Id="rId162" Type="http://schemas.openxmlformats.org/officeDocument/2006/relationships/slide" Target="slides/slide124.xml"/><Relationship Id="rId163" Type="http://schemas.openxmlformats.org/officeDocument/2006/relationships/slide" Target="slides/slide125.xml"/><Relationship Id="rId164" Type="http://schemas.openxmlformats.org/officeDocument/2006/relationships/slide" Target="slides/slide126.xml"/><Relationship Id="rId165" Type="http://schemas.openxmlformats.org/officeDocument/2006/relationships/slide" Target="slides/slide127.xml"/><Relationship Id="rId166" Type="http://schemas.openxmlformats.org/officeDocument/2006/relationships/slide" Target="slides/slide128.xml"/><Relationship Id="rId167" Type="http://schemas.openxmlformats.org/officeDocument/2006/relationships/slide" Target="slides/slide129.xml"/><Relationship Id="rId168" Type="http://schemas.openxmlformats.org/officeDocument/2006/relationships/slide" Target="slides/slide1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
            <a:r>
              <a:t>https://blog.google/intl/es-419/actualizaciones-de-producto/informacion/bard-se-convierte-en-gemini-ultra-10-y-una-nueva-aplicacion-movil/</a:t>
            </a:r>
          </a:p>
        </p:txBody>
      </p:sp>
    </p:spTree>
  </p:cSld>
  <p:clrMapOvr>
    <a:masterClrMapping/>
  </p:clrMapOvr>
</p:notes>
</file>

<file path=ppt/slideLayouts/_rels/a121_130_slideLayout1.xml.rels><?xml version='1.0' encoding='UTF-8' standalone='yes'?>
<Relationships xmlns="http://schemas.openxmlformats.org/package/2006/relationships"><Relationship Id="R2815022223364e29" Type="http://schemas.openxmlformats.org/officeDocument/2006/relationships/slideMaster" Target="../slideMasters/a121_130_slideMaster1.xml"/></Relationship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a121_130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a121_130_slideMaster1.xml.rels><?xml version='1.0' encoding='UTF-8' standalone='yes'?>
<Relationships xmlns="http://schemas.openxmlformats.org/package/2006/relationships"><Relationship Id="R0d97e60dc76c4f3e" Type="http://schemas.openxmlformats.org/officeDocument/2006/relationships/theme" Target="theme/a121_130_theme2.xml"/><Relationship Id="R8cbbc4ddcf3345d8" Type="http://schemas.openxmlformats.org/officeDocument/2006/relationships/slideLayout" Target="../slideLayouts/a121_130_slideLayout1.xml"/></Relationships>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a121_130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520001" r:id="R8cbbc4ddcf33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theme/a121_13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 Id="rId4" Type="http://schemas.openxmlformats.org/officeDocument/2006/relationships/image" Target="../media/slide7_diseno_image.png"/><Relationship Id="rId5" Type="http://schemas.openxmlformats.org/officeDocument/2006/relationships/image" Target="../media/slide7_diseno_image3.png"/><Relationship Id="rId6" Type="http://schemas.openxmlformats.org/officeDocument/2006/relationships/image" Target="../media/slide7_diseno_image4.png"/></Relationships>
</file>

<file path=ppt/slides/_rels/slide3.xml.rels><?xml version='1.0' encoding='UTF-8' standalone='yes'?>
<Relationships xmlns="http://schemas.openxmlformats.org/package/2006/relationships"><Relationship Id="R5b60e0be82104cba" Type="http://schemas.openxmlformats.org/officeDocument/2006/relationships/hyperlink" Target="https://bit.crt.gob.mx/BitWebApp/" TargetMode="External"/><Relationship Id="R6d4963d98410402b" Type="http://schemas.openxmlformats.org/officeDocument/2006/relationships/image" Target="../media/slide3_diseno_image3.png"/><Relationship Id="R75873b9008704f5e" Type="http://schemas.openxmlformats.org/officeDocument/2006/relationships/slideLayout" Target="../slideLayouts/slideLayout5.xml"/><Relationship Id="R7dd46c82ccd34f7d" Type="http://schemas.openxmlformats.org/officeDocument/2006/relationships/image" Target="../media/slide3_diseno_image.png"/><Relationship Id="Rbccc84560eec49cf" Type="http://schemas.openxmlformats.org/officeDocument/2006/relationships/image" Target="../media/slide3_diseno_image2.png"/><Relationship Id="Rcb20aff7f10a4f9b" Type="http://schemas.openxmlformats.org/officeDocument/2006/relationships/image" Target="../media/slide3_diseno_image4.png"/><Relationship Id="rId7" Type="http://schemas.openxmlformats.org/officeDocument/2006/relationships/image" Target="../media/slide7_diseno_image.png"/><Relationship Id="rId8" Type="http://schemas.openxmlformats.org/officeDocument/2006/relationships/image" Target="../media/slide7_diseno_image3.png"/><Relationship Id="rId9" Type="http://schemas.openxmlformats.org/officeDocument/2006/relationships/image" Target="../media/slide7_diseno_image4.png"/></Relationships>
</file>

<file path=ppt/slides/_rels/slide4.xml.rels><?xml version='1.0' encoding='UTF-8' standalone='yes'?>
<Relationships xmlns="http://schemas.openxmlformats.org/package/2006/relationships"><Relationship Id="R053ec0800dab470a" Type="http://schemas.openxmlformats.org/officeDocument/2006/relationships/image" Target="../media/slide5_diseno_image6.png"/><Relationship Id="R0598c2e78d6345bf" Type="http://schemas.openxmlformats.org/officeDocument/2006/relationships/image" Target="../media/slide5_diseno_image12.png"/><Relationship Id="R063e77096b704b59" Type="http://schemas.openxmlformats.org/officeDocument/2006/relationships/hyperlink" Target="https://bit.crt.gob.mx/BitWebApp/" TargetMode="External"/><Relationship Id="R17eda56c66264122" Type="http://schemas.openxmlformats.org/officeDocument/2006/relationships/image" Target="../media/slide5_diseno_image11.png"/><Relationship Id="R30bbdc5925644f1f" Type="http://schemas.openxmlformats.org/officeDocument/2006/relationships/image" Target="../media/slide5_diseno_image8.png"/><Relationship Id="R46abcff555714d09" Type="http://schemas.openxmlformats.org/officeDocument/2006/relationships/slideLayout" Target="../slideLayouts/slideLayout5.xml"/><Relationship Id="R5f7ecf3039b54788" Type="http://schemas.openxmlformats.org/officeDocument/2006/relationships/image" Target="../media/slide5_diseno_image9.png"/><Relationship Id="R9b21366084f1421c" Type="http://schemas.openxmlformats.org/officeDocument/2006/relationships/image" Target="../media/slide5_diseno_image7.png"/><Relationship Id="Rca2af74a4db24cd7" Type="http://schemas.openxmlformats.org/officeDocument/2006/relationships/image" Target="../media/slide5_diseno_image10.png"/><Relationship Id="Rd0c2a94fb7504565" Type="http://schemas.openxmlformats.org/officeDocument/2006/relationships/image" Target="../media/slide5_diseno_image5.png"/><Relationship Id="rId11" Type="http://schemas.openxmlformats.org/officeDocument/2006/relationships/image" Target="../media/slide7_diseno_image.png"/><Relationship Id="rId12" Type="http://schemas.openxmlformats.org/officeDocument/2006/relationships/image" Target="../media/slide7_diseno_image3.png"/><Relationship Id="rId13" Type="http://schemas.openxmlformats.org/officeDocument/2006/relationships/image" Target="../media/slide7_diseno_image4.png"/><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18bf096c142f478e" Type="http://schemas.openxmlformats.org/officeDocument/2006/relationships/image" Target="../media/slide6_diseno_image20.png"/><Relationship Id="R5101691e18134900" Type="http://schemas.openxmlformats.org/officeDocument/2006/relationships/image" Target="../media/slide6_diseno_image14.png"/><Relationship Id="R66974e7e788647ff" Type="http://schemas.openxmlformats.org/officeDocument/2006/relationships/slideLayout" Target="../slideLayouts/slideLayout5.xml"/><Relationship Id="R8e1ef3adc9d843cd" Type="http://schemas.openxmlformats.org/officeDocument/2006/relationships/image" Target="../media/slide6_diseno_image18.png"/><Relationship Id="R8f9341f9b5c94c17" Type="http://schemas.openxmlformats.org/officeDocument/2006/relationships/image" Target="../media/slide6_diseno_image19.png"/><Relationship Id="Ra85e1c9945e94a7e" Type="http://schemas.openxmlformats.org/officeDocument/2006/relationships/image" Target="../media/slide6_diseno_image13.png"/><Relationship Id="Ra902198852794fa7" Type="http://schemas.openxmlformats.org/officeDocument/2006/relationships/image" Target="../media/slide6_diseno_image16.png"/><Relationship Id="Rbf38f4683d754baf" Type="http://schemas.openxmlformats.org/officeDocument/2006/relationships/hyperlink" Target="https://bit.crt.gob.mx/BitWebApp/" TargetMode="External"/><Relationship Id="Rc151f4e85cd14391" Type="http://schemas.openxmlformats.org/officeDocument/2006/relationships/image" Target="../media/slide6_diseno_image17.png"/><Relationship Id="Rcd1fc5a8caa9402d" Type="http://schemas.openxmlformats.org/officeDocument/2006/relationships/image" Target="../media/slide6_diseno_image15.png"/><Relationship Id="rId11" Type="http://schemas.openxmlformats.org/officeDocument/2006/relationships/image" Target="../media/slide7_diseno_image.png"/><Relationship Id="rId12" Type="http://schemas.openxmlformats.org/officeDocument/2006/relationships/image" Target="../media/slide7_diseno_image3.png"/><Relationship Id="rId13" Type="http://schemas.openxmlformats.org/officeDocument/2006/relationships/image" Target="../media/slide7_diseno_image4.png"/></Relationships>
</file>

<file path=ppt/slides/_rels/slide6.xml.rels><?xml version='1.0' encoding='UTF-8' standalone='yes'?>
<Relationships xmlns="http://schemas.openxmlformats.org/package/2006/relationships"><Relationship Id="R055272988eb84dce" Type="http://schemas.openxmlformats.org/officeDocument/2006/relationships/image" Target="../media/slide7_diseno_image3.png"/><Relationship Id="R44fd49cd4a32425c" Type="http://schemas.openxmlformats.org/officeDocument/2006/relationships/hyperlink" Target="https://bit.crt.gob.mx/BitWebApp/" TargetMode="External"/><Relationship Id="R5124f4555e354735" Type="http://schemas.openxmlformats.org/officeDocument/2006/relationships/image" Target="../media/slide7_diseno_image2.png"/><Relationship Id="R9648ba0efd3e4fb5" Type="http://schemas.openxmlformats.org/officeDocument/2006/relationships/image" Target="../media/slide7_diseno_image4.png"/><Relationship Id="Ra2f113fc51c24590" Type="http://schemas.openxmlformats.org/officeDocument/2006/relationships/image" Target="../media/slide7_diseno_image.png"/><Relationship Id="Ra94795058d6343e6"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0f556a324a294929" Type="http://schemas.openxmlformats.org/officeDocument/2006/relationships/slideLayout" Target="../slideLayouts/slideLayout5.xml"/><Relationship Id="R4d12f4a07a004500" Type="http://schemas.openxmlformats.org/officeDocument/2006/relationships/image" Target="../media/slide8_diseno_image4.png"/><Relationship Id="R4e3103bf1d6a40b8" Type="http://schemas.openxmlformats.org/officeDocument/2006/relationships/hyperlink" Target="https://bit.crt.gob.mx/BitWebApp/" TargetMode="External"/><Relationship Id="R4f2cbbb30dda4051" Type="http://schemas.openxmlformats.org/officeDocument/2006/relationships/image" Target="../media/slide8_diseno_image3.png"/><Relationship Id="Rab0adeb70d7b4625" Type="http://schemas.openxmlformats.org/officeDocument/2006/relationships/image" Target="../media/slide8_diseno_image.png"/><Relationship Id="Rea391cf12914453e" Type="http://schemas.openxmlformats.org/officeDocument/2006/relationships/image" Target="../media/slide8_diseno_image2.png"/><Relationship Id="rId7" Type="http://schemas.openxmlformats.org/officeDocument/2006/relationships/image" Target="../media/slide7_diseno_image.png"/><Relationship Id="rId8" Type="http://schemas.openxmlformats.org/officeDocument/2006/relationships/image" Target="../media/slide7_diseno_image3.png"/><Relationship Id="rId9" Type="http://schemas.openxmlformats.org/officeDocument/2006/relationships/image" Target="../media/slide7_diseno_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 Id="rId12" Type="http://schemas.openxmlformats.org/officeDocument/2006/relationships/image" Target="../media/slide7_diseno_image.png"/><Relationship Id="rId13" Type="http://schemas.openxmlformats.org/officeDocument/2006/relationships/image" Target="../media/slide7_diseno_image3.png"/><Relationship Id="rId14" Type="http://schemas.openxmlformats.org/officeDocument/2006/relationships/image" Target="../media/slide7_diseno_image4.png"/><Relationship Id="rId15" Type="http://schemas.openxmlformats.org/officeDocument/2006/relationships/hyperlink" Target="https://bit.crt.gob.mx/BitWebAp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 Id="rId7" Type="http://schemas.openxmlformats.org/officeDocument/2006/relationships/image" Target="../media/anuario_figure_c_3.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8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slide7_diseno_image.png"/><Relationship Id="rId4" Type="http://schemas.openxmlformats.org/officeDocument/2006/relationships/image" Target="../media/slide7_diseno_image3.png"/><Relationship Id="rId5" Type="http://schemas.openxmlformats.org/officeDocument/2006/relationships/image" Target="../media/slide7_diseno_image4.png"/><Relationship Id="rId6" Type="http://schemas.openxmlformats.org/officeDocument/2006/relationships/hyperlink" Target="https://bit.crt.gob.mx/BitWebApp/" TargetMode="External"/></Relationships>
</file>

<file path=ppt/slides/_rels/slide1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1.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2.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3.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h_14.svg" /><Relationship Id="rId3" Type="http://schemas.openxmlformats.org/officeDocument/2006/relationships/image" Target="../media/slide7_diseno_image.png" /><Relationship Id="rId4" Type="http://schemas.openxmlformats.org/officeDocument/2006/relationships/image" Target="../media/slide7_diseno_image3.png" /><Relationship Id="rId5" Type="http://schemas.openxmlformats.org/officeDocument/2006/relationships/image" Target="../media/slide7_diseno_image4.png" /><Relationship Id="rId6" Type="http://schemas.openxmlformats.org/officeDocument/2006/relationships/hyperlink" Target="https://bit.crt.gob.mx/BitWebApp/" TargetMode="External"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 Id="rId5" Type="http://schemas.openxmlformats.org/officeDocument/2006/relationships/image" Target="../media/slide7_diseno_image.png"/><Relationship Id="rId6" Type="http://schemas.openxmlformats.org/officeDocument/2006/relationships/image" Target="../media/slide7_diseno_image3.png"/><Relationship Id="rId7" Type="http://schemas.openxmlformats.org/officeDocument/2006/relationships/image" Target="../media/slide7_diseno_image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1.xml.rels><?xml version='1.0' encoding='UTF-8' standalone='yes'?>
<Relationships xmlns="http://schemas.openxmlformats.org/package/2006/relationships"><Relationship Id="R2811c67ff0114818"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2.xml.rels><?xml version='1.0' encoding='UTF-8' standalone='yes'?>
<Relationships xmlns="http://schemas.openxmlformats.org/package/2006/relationships"><Relationship Id="R5d742b8616a745cf"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3.xml.rels><?xml version='1.0' encoding='UTF-8' standalone='yes'?>
<Relationships xmlns="http://schemas.openxmlformats.org/package/2006/relationships"><Relationship Id="R453b3cd00aaf4b5e"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5.xml.rels><?xml version='1.0' encoding='UTF-8' standalone='yes'?>
<Relationships xmlns="http://schemas.openxmlformats.org/package/2006/relationships"><Relationship Id="R631a4a7c6fa14d7d"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6.xml.rels><?xml version='1.0' encoding='UTF-8' standalone='yes'?>
<Relationships xmlns="http://schemas.openxmlformats.org/package/2006/relationships"><Relationship Id="R7a3265c2c80e42cc"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7.xml.rels><?xml version='1.0' encoding='UTF-8' standalone='yes'?>
<Relationships xmlns="http://schemas.openxmlformats.org/package/2006/relationships"><Relationship Id="R3e924c45b0ed45f3"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8.xml.rels><?xml version='1.0' encoding='UTF-8' standalone='yes'?>
<Relationships xmlns="http://schemas.openxmlformats.org/package/2006/relationships"><Relationship Id="Rc8e4db0dd9244e49"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29.xml.rels><?xml version='1.0' encoding='UTF-8' standalone='yes'?>
<Relationships xmlns="http://schemas.openxmlformats.org/package/2006/relationships"><Relationship Id="Rac96220c17124d95" Type="http://schemas.openxmlformats.org/officeDocument/2006/relationships/slideLayout" Target="../slideLayouts/a121_130_slideLayout1.xml"/><Relationship Id="rId2" Type="http://schemas.openxmlformats.org/officeDocument/2006/relationships/image" Target="../media/slide7_diseno_image.png"/><Relationship Id="rId3" Type="http://schemas.openxmlformats.org/officeDocument/2006/relationships/image" Target="../media/slide7_diseno_image3.png"/><Relationship Id="rId4" Type="http://schemas.openxmlformats.org/officeDocument/2006/relationships/image" Target="../media/slide7_diseno_image4.png"/><Relationship Id="rId5" Type="http://schemas.openxmlformats.org/officeDocument/2006/relationships/hyperlink" Target="https://bit.crt.gob.mx/BitWebApp/"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4</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6</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8</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10</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13</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14</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15</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16</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18</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20</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20</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23</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30</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38</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45</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45</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46</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47</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48</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54</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60</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60</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61</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62</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63</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64</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67</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68</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70</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71</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71</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72</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73</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74</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79</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80</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80</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80</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85</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86</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97</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98</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99</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100</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101</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101</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102</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103</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104</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105</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106</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107</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108</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109</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110</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111</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112</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113</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114</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115</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116</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120</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125</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125</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125</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126</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127</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127</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129</a:t>
            </a:r>
          </a:p>
        </p:txBody>
      </p:sp>
      <p:pic>
        <p:nvPicPr>
          <p:cNvPr id="332" name="ANUARIO_BARRA_FONDO"/>
          <p:cNvPicPr>
            <a:picLocks noChangeAspect="1"/>
          </p:cNvPicPr>
          <p:nvPr/>
        </p:nvPicPr>
        <p:blipFill>
          <a:blip r:embed="rId4"/>
          <a:stretch/>
        </p:blipFill>
        <p:spPr>
          <a:xfrm>
            <a:off x="3378" y="0"/>
            <a:ext cx="9136888" cy="456844"/>
          </a:xfrm>
          <a:prstGeom prst="rect">
            <a:avLst/>
          </a:prstGeom>
        </p:spPr>
      </p:pic>
      <p:sp>
        <p:nvSpPr>
          <p:cNvPr id="333"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334" name="ANUARIO_BARRA_QR"/>
          <p:cNvPicPr>
            <a:picLocks noChangeAspect="1"/>
          </p:cNvPicPr>
          <p:nvPr/>
        </p:nvPicPr>
        <p:blipFill>
          <a:blip r:embed="rId5"/>
          <a:stretch/>
        </p:blipFill>
        <p:spPr>
          <a:xfrm>
            <a:off x="7810564" y="75961"/>
            <a:ext cx="304559" cy="304559"/>
          </a:xfrm>
          <a:prstGeom prst="rect">
            <a:avLst/>
          </a:prstGeom>
        </p:spPr>
      </p:pic>
      <p:pic>
        <p:nvPicPr>
          <p:cNvPr id="335" name="ANUARIO_BARRA_CRT"/>
          <p:cNvPicPr>
            <a:picLocks noChangeAspect="1"/>
          </p:cNvPicPr>
          <p:nvPr/>
        </p:nvPicPr>
        <p:blipFill>
          <a:blip r:embed="rId6"/>
          <a:stretch/>
        </p:blipFill>
        <p:spPr>
          <a:xfrm>
            <a:off x="8294782" y="75961"/>
            <a:ext cx="542115" cy="304559"/>
          </a:xfrm>
          <a:prstGeom prst="rect">
            <a:avLst/>
          </a:prstGeom>
        </p:spPr>
      </p:pic>
      <p:sp>
        <p:nvSpPr>
          <p:cNvPr id="336"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ÍNDICE</a:t>
            </a:r>
          </a:p>
        </p:txBody>
      </p:sp>
      <p:sp>
        <p:nvSpPr>
          <p:cNvPr id="337"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38" name="ANUARIO_BARRA_URL">
            <a:hlinkClick r:id="rId3"/>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8996" y="609904"/>
            <a:ext cx="3098901" cy="1426464"/>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8996" y="685800"/>
            <a:ext cx="38100" cy="1274673"/>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8996" y="2137867"/>
            <a:ext cx="3098901" cy="1275588"/>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8996" y="2213762"/>
            <a:ext cx="38100" cy="1123797"/>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2488996" y="3514953"/>
            <a:ext cx="3098901" cy="1361541"/>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2488996" y="3590848"/>
            <a:ext cx="38100" cy="1209751"/>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396" y="609904"/>
            <a:ext cx="3149193" cy="1627632"/>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396" y="685800"/>
            <a:ext cx="38100" cy="1475841"/>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396" y="2339035"/>
            <a:ext cx="3149193" cy="253746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396" y="2414930"/>
            <a:ext cx="38100" cy="2385669"/>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5568"/>
            <a:ext cx="1675180" cy="36758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los artículos 10, fracción LVIII, y 276 de la Ley en Materia de Telecomunicaciones y Radiodifusión, así como por los artículos 38, fracción XI, y 52, fracciones III, V, XI y XII, del Reglamento Interior de la Comisión Reguladora de Telecomunicaciones, la Comisión Reguladora de Telecomunicaciones (CRT), órgano administrativo desconcentrado de la Agencia de Transformación Digital y Telecomunicaciones (ATDT), publica el presente Anuario Estadístico 2026, elaborado con información proporcionada por los operadores del sector de telecomunicaciones, así como con información publicada por el Instituto Nacional de Estadística y Geografía (INEGI), la Secretaría de Economía (SE) y el Consejo Nacional de Población (CONAPO).</a:t>
            </a:r>
          </a:p>
          <a:p xmlns:a="http://schemas.openxmlformats.org/drawingml/2006/main">
            <a:pPr>
              <a:lnSpc>
                <a:spcPct val="100000"/>
              </a:lnSpc>
              <a:spcBef>
                <a:spcPts val="0"/>
              </a:spcBef>
              <a:spcAft>
                <a:spcPts val="0"/>
              </a:spcAft>
            </a:pPr>
            <a:r>
              <a:rPr sz="700" b="0" i="0">
                <a:solidFill>
                  <a:srgbClr val="FFFFFF"/>
                </a:solidFill>
                <a:latin typeface="Noto Sans"/>
                <a:ea typeface="Noto Sans"/>
                <a:cs typeface="Noto Sans"/>
              </a:rPr>
              <a:t>La información presentada está sujeta a revisiones y modificaciones derivadas de las actualizaciones, aclaraciones o correcciones realizadas por los operadores respecto de las cifras previamente reportadas.</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768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Personas usuarias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86968"/>
            <a:ext cx="294640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el análisis de los niveles de satisfacción, patrones de consumo y experiencias de las personas usuarias de los servicios de Internet fijo, telefonía fija, televisión restringida, telefonía móvil e Internet móvil, se utilizó la “Segunda Encuesta 2025. Personas Usuarias de Servicios de Telecomunicaciones”, elaborada con información recopilada durante 2024.</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Asimismo, se incorporaron resultados de la “Cuarta Encuesta 2024. Personas Usuarias de Servicios de Telecomunicaciones”, relativos a la contratación, utilización y percepción de los servicios de telecomunicaciones y tecnologías de la información y comunicación por parte de las micro, pequeñas y medianas empresas (MiPyMEs), así como su contribución a las actividades productivas y comerciales.</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222930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2414016"/>
            <a:ext cx="2946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“Tecnologías de la Información y Comunicación (TIC)” se utilizó información de la “Encuesta Nacional sobre Disponibilidad y Uso de Tecnologías de la Información en los Hogares (ENDUTIH) 2025”, publicada por el Instituto Nacional de Estadística y Geografía (INEGI), con el propósito de analizar la disponibilidad de las TIC en los hogares, el uso de teléfonos celulares inteligentes (</a:t>
            </a:r>
            <a:r>
              <a:rPr sz="600" b="0" i="1">
                <a:solidFill>
                  <a:srgbClr val="26312F"/>
                </a:solidFill>
                <a:latin typeface="Noto Sans"/>
                <a:ea typeface="Noto Sans"/>
                <a:cs typeface="Noto Sans"/>
              </a:rPr>
              <a:t>smartphones</a:t>
            </a:r>
            <a:r>
              <a:rPr sz="600" b="0" i="0">
                <a:solidFill>
                  <a:srgbClr val="26312F"/>
                </a:solidFill>
                <a:latin typeface="Noto Sans"/>
                <a:ea typeface="Noto Sans"/>
                <a:cs typeface="Noto Sans"/>
              </a:rPr>
              <a:t>) e Internet por grupos de edad, el tiempo promedio de uso de Internet y la utilización de dispositivos inteligentes conectados a la red, así como los patrones de uso y las actividades que realizan las personas usuarias mediante estas tecnologías.</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2615184" y="360639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2615184" y="3791102"/>
            <a:ext cx="2946400"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“Indicadores con perspectiva de género” se elaboró con información de la “Encuesta Nacional sobre Disponibilidad y Uso de Tecnologías de la Información en los Hogares (ENDUTIH) 2025”, la “Encuesta Nacional de Ocupación y Empleo (ENOE) 2026” y el “Módulo sobre Ciberacoso (MOCIBA) 2025”, publicados por el Instituto Nacional de Estadística y Geografía (INEGI), así como de la “Segunda Encuesta 2025. Personas Usuarias de Servicios de Telecomunicaciones”.</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Estas fuentes permiten analizar las diferencias por sexo en el acceso y uso de las tecnologías de la información y comunicación, la participación laboral en los sectores de telecomunicaciones y radiodifusión, las experiencias de ciberacoso y las medidas de prevención y protección adoptadas por las personas usuarias.</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697687"/>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886968"/>
            <a:ext cx="2946400" cy="1261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“Panorama de consumo de televisión y radio” se elaboró con información de medición de audiencias de televisión y radio proporcionada por Nielsen IBOPE México, S.A. de C.V., e Investigación de Mercados INRA, S.C., respectivamente, a partir de estudios realizados mediante metodologías de muestreo estadístico.</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Los indicadores permiten analizar los niveles de audiencia, los horarios de mayor consumo y los patrones de exposición a estos medios de comunicación en las ciudades comprendidas en las respectivas mediciones. Debido a la naturaleza muestral de las fuentes, los resultados deben interpretarse como estimaciones estadísticas, considerando sus características metodológicas, cobertura geográfica y periodos de referencia. Para su adecuada interpretación, se recomienda consultar el Anexo II. Definiciones y el Anexo III. Metodologías.</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430475"/>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615184"/>
            <a:ext cx="2946400" cy="21762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300"/>
              </a:spcAft>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sobre audiencias de televisión presentada en este Anuario se elaboró a partir de las bases de datos de Nielsen IBOPE México, S.A. de C.V., conforme a los términos y condiciones de los instrumentos contractuales correspondientes.</a:t>
            </a:r>
          </a:p>
          <a:p xmlns:a="http://schemas.openxmlformats.org/drawingml/2006/main">
            <a:pPr>
              <a:lnSpc>
                <a:spcPct val="100000"/>
              </a:lnSpc>
              <a:spcBef>
                <a:spcPts val="0"/>
              </a:spcBef>
              <a:spcAft>
                <a:spcPts val="300"/>
              </a:spcAft>
            </a:pPr>
            <a:r>
              <a:rPr sz="600" b="0" i="0">
                <a:solidFill>
                  <a:srgbClr val="26312F"/>
                </a:solidFill>
                <a:latin typeface="Noto Sans"/>
                <a:ea typeface="Noto Sans"/>
                <a:cs typeface="Noto Sans"/>
              </a:rPr>
              <a:t>Los indicadores y análisis derivados de dichas bases de datos se presentan con fines estadísticos y de información pública. Sus resultados deben interpretarse considerando las características metodológicas de la medición, los periodos de referencia, la cobertura geográfica y los posibles cambios en los patrones de consumo de televisión.</a:t>
            </a:r>
          </a:p>
          <a:p xmlns:a="http://schemas.openxmlformats.org/drawingml/2006/main">
            <a:pPr>
              <a:lnSpc>
                <a:spcPct val="100000"/>
              </a:lnSpc>
              <a:spcBef>
                <a:spcPts val="0"/>
              </a:spcBef>
              <a:spcAft>
                <a:spcPts val="300"/>
              </a:spcAft>
            </a:pPr>
            <a:r>
              <a:rPr sz="600" b="0" i="0">
                <a:solidFill>
                  <a:srgbClr val="26312F"/>
                </a:solidFill>
                <a:latin typeface="Noto Sans"/>
                <a:ea typeface="Noto Sans"/>
                <a:cs typeface="Noto Sans"/>
              </a:rPr>
              <a:t>La Comisión Reguladora de Telecomunicaciones (CRT) recomienda que, al analizar o comparar los resultados publicados, se consideren las diferencias metodológicas y las condiciones del mercado televisivo correspondientes a cada periodo.</a:t>
            </a:r>
          </a:p>
          <a:p xmlns:a="http://schemas.openxmlformats.org/drawingml/2006/main">
            <a:pPr>
              <a:lnSpc>
                <a:spcPct val="100000"/>
              </a:lnSpc>
              <a:spcBef>
                <a:spcPts val="0"/>
              </a:spcBef>
              <a:spcAft>
                <a:spcPts val="0"/>
              </a:spcAft>
            </a:pPr>
            <a:r>
              <a:rPr sz="600" b="0" i="0">
                <a:solidFill>
                  <a:srgbClr val="26312F"/>
                </a:solidFill>
                <a:latin typeface="Noto Sans"/>
                <a:ea typeface="Noto Sans"/>
                <a:cs typeface="Noto Sans"/>
              </a:rPr>
              <a:t>Las interpretaciones, conclusiones o inferencias realizadas por terceras personas a partir de la información publicada son responsabilidad de quienes las formulen y no representan necesariamente la posición institucional de la CRT.</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pic>
        <p:nvPicPr>
          <p:cNvPr id="126"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7"/>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127"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8" name="ANUARIO_BARRA_QR"/>
          <p:cNvPicPr>
            <a:picLocks xmlns:a="http://schemas.openxmlformats.org/drawingml/2006/main" noChangeAspect="1"/>
          </p:cNvPicPr>
          <p:nvPr/>
        </p:nvPicPr>
        <p:blipFill>
          <a:blip xmlns:r="http://schemas.openxmlformats.org/officeDocument/2006/relationships" xmlns:a="http://schemas.openxmlformats.org/drawingml/2006/main" r:embed="rId8"/>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9" name="ANUARIO_BARRA_CRT"/>
          <p:cNvPicPr>
            <a:picLocks xmlns:a="http://schemas.openxmlformats.org/drawingml/2006/main" noChangeAspect="1"/>
          </p:cNvPicPr>
          <p:nvPr/>
        </p:nvPicPr>
        <p:blipFill>
          <a:blip xmlns:r="http://schemas.openxmlformats.org/officeDocument/2006/relationships" xmlns:a="http://schemas.openxmlformats.org/drawingml/2006/main" r:embed="rId9"/>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130"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31"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132" name="ANUARIO_BARRA_URL">
            <a:hlinkClick xmlns:r="http://schemas.openxmlformats.org/officeDocument/2006/relationships" xmlns:a="http://schemas.openxmlformats.org/drawingml/2006/main" r:id="R5b60e0be82104cba"/>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20">
                <a:solidFill>
                  <a:srgbClr val="263632"/>
                </a:solidFill>
                <a:latin typeface="Noto Sans"/>
                <a:ea typeface="Noto Sans"/>
                <a:cs typeface="Noto Sans"/>
              </a:defRPr>
            </a:pPr>
            <a:r>
              <a:rPr sz="720" b="1" i="0">
                <a:solidFill>
                  <a:srgbClr val="153B3C"/>
                </a:solidFill>
                <a:latin typeface="Noto Sans"/>
                <a:ea typeface="Noto Sans"/>
                <a:cs typeface="Noto Sans"/>
              </a:rPr>
              <a:t>GEMINI:</a:t>
            </a:r>
            <a:r>
              <a:rPr sz="720" b="0" i="0">
                <a:solidFill>
                  <a:srgbClr val="153B3C"/>
                </a:solidFill>
                <a:latin typeface="Noto Sans"/>
                <a:ea typeface="Noto Sans"/>
                <a:cs typeface="Noto Sans"/>
              </a:rPr>
              <a:t> Asistente de inteligencia artificial generativa de Google para responder preguntas y crear contenido.</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20">
                <a:solidFill>
                  <a:srgbClr val="263632"/>
                </a:solidFill>
                <a:latin typeface="Noto Sans"/>
                <a:ea typeface="Noto Sans"/>
                <a:cs typeface="Noto Sans"/>
              </a:defRPr>
            </a:pPr>
            <a:r>
              <a:rPr sz="720" b="1" i="0">
                <a:solidFill>
                  <a:srgbClr val="153B3C"/>
                </a:solidFill>
                <a:latin typeface="Noto Sans"/>
                <a:ea typeface="Noto Sans"/>
                <a:cs typeface="Noto Sans"/>
              </a:rPr>
              <a:t>DGP:</a:t>
            </a:r>
            <a:r>
              <a:rPr sz="720" b="0" i="0">
                <a:solidFill>
                  <a:srgbClr val="153B3C"/>
                </a:solidFill>
                <a:latin typeface="Noto Sans"/>
                <a:ea typeface="Noto Sans"/>
                <a:cs typeface="Noto Sans"/>
              </a:rPr>
              <a:t> Dirección General de Planeación</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4</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1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1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1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063e77096b704b59"/>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11"/>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6" name="ANUARIO_BARRA_QR"/>
          <p:cNvPicPr>
            <a:picLocks xmlns:a="http://schemas.openxmlformats.org/drawingml/2006/main" noChangeAspect="1"/>
          </p:cNvPicPr>
          <p:nvPr/>
        </p:nvPicPr>
        <p:blipFill>
          <a:blip xmlns:r="http://schemas.openxmlformats.org/officeDocument/2006/relationships" xmlns:a="http://schemas.openxmlformats.org/drawingml/2006/main" r:embed="rId12"/>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13"/>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GLOSARIO</a:t>
            </a:r>
          </a:p>
        </p:txBody>
      </p:sp>
      <p:sp>
        <p:nvSpPr>
          <p:cNvPr id="7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0" name="ANUARIO_BARRA_URL">
            <a:hlinkClick xmlns:r="http://schemas.openxmlformats.org/officeDocument/2006/relationships" xmlns:a="http://schemas.openxmlformats.org/drawingml/2006/main" r:id="Rbf38f4683d754baf"/>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la CRT, a</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Dirección General</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Bef>
                <a:spcPts val="0"/>
              </a:spcBef>
              <a:spcAft>
                <a:spcPts val="0"/>
              </a:spcAft>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(DGP)</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6</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Dirección General de Planeación</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(DGP)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7</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pic>
        <p:nvPicPr>
          <p:cNvPr id="75"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7"/>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6"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7" name="ANUARIO_BARRA_QR"/>
          <p:cNvPicPr>
            <a:picLocks xmlns:a="http://schemas.openxmlformats.org/drawingml/2006/main" noChangeAspect="1"/>
          </p:cNvPicPr>
          <p:nvPr/>
        </p:nvPicPr>
        <p:blipFill>
          <a:blip xmlns:r="http://schemas.openxmlformats.org/officeDocument/2006/relationships" xmlns:a="http://schemas.openxmlformats.org/drawingml/2006/main" r:embed="rId8"/>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8" name="ANUARIO_BARRA_CRT"/>
          <p:cNvPicPr>
            <a:picLocks xmlns:a="http://schemas.openxmlformats.org/drawingml/2006/main" noChangeAspect="1"/>
          </p:cNvPicPr>
          <p:nvPr/>
        </p:nvPicPr>
        <p:blipFill>
          <a:blip xmlns:r="http://schemas.openxmlformats.org/officeDocument/2006/relationships" xmlns:a="http://schemas.openxmlformats.org/drawingml/2006/main" r:embed="rId9"/>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9"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80"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1" name="ANUARIO_BARRA_URL">
            <a:hlinkClick xmlns:r="http://schemas.openxmlformats.org/officeDocument/2006/relationships" xmlns:a="http://schemas.openxmlformats.org/drawingml/2006/main" r:id="R4e3103bf1d6a40b8"/>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pic>
        <p:nvPicPr>
          <p:cNvPr id="91" name="ANUARIO_BARRA_FONDO"/>
          <p:cNvPicPr>
            <a:picLocks noChangeAspect="1"/>
          </p:cNvPicPr>
          <p:nvPr/>
        </p:nvPicPr>
        <p:blipFill>
          <a:blip r:embed="rId12"/>
          <a:stretch/>
        </p:blipFill>
        <p:spPr>
          <a:xfrm>
            <a:off x="3378" y="0"/>
            <a:ext cx="9136888" cy="456844"/>
          </a:xfrm>
          <a:prstGeom prst="rect">
            <a:avLst/>
          </a:prstGeom>
        </p:spPr>
      </p:pic>
      <p:sp>
        <p:nvSpPr>
          <p:cNvPr id="92"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93" name="ANUARIO_BARRA_QR"/>
          <p:cNvPicPr>
            <a:picLocks noChangeAspect="1"/>
          </p:cNvPicPr>
          <p:nvPr/>
        </p:nvPicPr>
        <p:blipFill>
          <a:blip r:embed="rId13"/>
          <a:stretch/>
        </p:blipFill>
        <p:spPr>
          <a:xfrm>
            <a:off x="7810564" y="75961"/>
            <a:ext cx="304559" cy="304559"/>
          </a:xfrm>
          <a:prstGeom prst="rect">
            <a:avLst/>
          </a:prstGeom>
        </p:spPr>
      </p:pic>
      <p:pic>
        <p:nvPicPr>
          <p:cNvPr id="94" name="ANUARIO_BARRA_CRT"/>
          <p:cNvPicPr>
            <a:picLocks noChangeAspect="1"/>
          </p:cNvPicPr>
          <p:nvPr/>
        </p:nvPicPr>
        <p:blipFill>
          <a:blip r:embed="rId14"/>
          <a:stretch/>
        </p:blipFill>
        <p:spPr>
          <a:xfrm>
            <a:off x="8294782" y="75961"/>
            <a:ext cx="542115" cy="304559"/>
          </a:xfrm>
          <a:prstGeom prst="rect">
            <a:avLst/>
          </a:prstGeom>
        </p:spPr>
      </p:pic>
      <p:sp>
        <p:nvSpPr>
          <p:cNvPr id="95"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96"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97" name="ANUARIO_BARRA_URL">
            <a:hlinkClick r:id="rId1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pic>
        <p:nvPicPr>
          <p:cNvPr id="292" name="ANUARIO_BARRA_FONDO"/>
          <p:cNvPicPr>
            <a:picLocks noChangeAspect="1"/>
          </p:cNvPicPr>
          <p:nvPr/>
        </p:nvPicPr>
        <p:blipFill>
          <a:blip r:embed="rId3"/>
          <a:stretch/>
        </p:blipFill>
        <p:spPr>
          <a:xfrm>
            <a:off x="3378" y="0"/>
            <a:ext cx="9136888" cy="456844"/>
          </a:xfrm>
          <a:prstGeom prst="rect">
            <a:avLst/>
          </a:prstGeom>
        </p:spPr>
      </p:pic>
      <p:sp>
        <p:nvSpPr>
          <p:cNvPr id="293"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94" name="ANUARIO_BARRA_QR"/>
          <p:cNvPicPr>
            <a:picLocks noChangeAspect="1"/>
          </p:cNvPicPr>
          <p:nvPr/>
        </p:nvPicPr>
        <p:blipFill>
          <a:blip r:embed="rId4"/>
          <a:stretch/>
        </p:blipFill>
        <p:spPr>
          <a:xfrm>
            <a:off x="7810564" y="75961"/>
            <a:ext cx="304559" cy="304559"/>
          </a:xfrm>
          <a:prstGeom prst="rect">
            <a:avLst/>
          </a:prstGeom>
        </p:spPr>
      </p:pic>
      <p:pic>
        <p:nvPicPr>
          <p:cNvPr id="295" name="ANUARIO_BARRA_CRT"/>
          <p:cNvPicPr>
            <a:picLocks noChangeAspect="1"/>
          </p:cNvPicPr>
          <p:nvPr/>
        </p:nvPicPr>
        <p:blipFill>
          <a:blip r:embed="rId5"/>
          <a:stretch/>
        </p:blipFill>
        <p:spPr>
          <a:xfrm>
            <a:off x="8294782" y="75961"/>
            <a:ext cx="542115" cy="304559"/>
          </a:xfrm>
          <a:prstGeom prst="rect">
            <a:avLst/>
          </a:prstGeom>
        </p:spPr>
      </p:pic>
      <p:sp>
        <p:nvSpPr>
          <p:cNvPr id="296"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PUNTOS CLAVE</a:t>
            </a:r>
          </a:p>
        </p:txBody>
      </p:sp>
      <p:sp>
        <p:nvSpPr>
          <p:cNvPr id="297"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98" name="ANUARIO_BARRA_URL">
            <a:hlinkClick r:id="rId2"/>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 INDICADORES ECONÓMICOS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B. SERVICIOS FIJOS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7"/>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pic>
        <p:nvPicPr>
          <p:cNvPr id="226" name="ANUARIO_BARRA_FONDO"/>
          <p:cNvPicPr>
            <a:picLocks noChangeAspect="1"/>
          </p:cNvPicPr>
          <p:nvPr/>
        </p:nvPicPr>
        <p:blipFill>
          <a:blip r:embed="rId3"/>
          <a:stretch/>
        </p:blipFill>
        <p:spPr>
          <a:xfrm>
            <a:off x="3378" y="0"/>
            <a:ext cx="9136888" cy="456844"/>
          </a:xfrm>
          <a:prstGeom prst="rect">
            <a:avLst/>
          </a:prstGeom>
        </p:spPr>
      </p:pic>
      <p:sp>
        <p:nvSpPr>
          <p:cNvPr id="227"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8" name="ANUARIO_BARRA_QR"/>
          <p:cNvPicPr>
            <a:picLocks noChangeAspect="1"/>
          </p:cNvPicPr>
          <p:nvPr/>
        </p:nvPicPr>
        <p:blipFill>
          <a:blip r:embed="rId4"/>
          <a:stretch/>
        </p:blipFill>
        <p:spPr>
          <a:xfrm>
            <a:off x="7810564" y="75961"/>
            <a:ext cx="304559" cy="304559"/>
          </a:xfrm>
          <a:prstGeom prst="rect">
            <a:avLst/>
          </a:prstGeom>
        </p:spPr>
      </p:pic>
      <p:pic>
        <p:nvPicPr>
          <p:cNvPr id="229" name="ANUARIO_BARRA_CRT"/>
          <p:cNvPicPr>
            <a:picLocks noChangeAspect="1"/>
          </p:cNvPicPr>
          <p:nvPr/>
        </p:nvPicPr>
        <p:blipFill>
          <a:blip r:embed="rId5"/>
          <a:stretch/>
        </p:blipFill>
        <p:spPr>
          <a:xfrm>
            <a:off x="8294782" y="75961"/>
            <a:ext cx="542115" cy="304559"/>
          </a:xfrm>
          <a:prstGeom prst="rect">
            <a:avLst/>
          </a:prstGeom>
        </p:spPr>
      </p:pic>
      <p:sp>
        <p:nvSpPr>
          <p:cNvPr id="230"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31"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2"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C. SERVICIOS MÓVILES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D. TECNOLOGÍAS DE LA INFORMACIÓN Y COMUNICACIÓN (TIC)</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200">
                <a:solidFill>
                  <a:srgbClr val="263632"/>
                </a:solidFill>
                <a:latin typeface="Noto Sans"/>
                <a:ea typeface="Noto Sans"/>
                <a:cs typeface="Noto Sans"/>
              </a:defRPr>
            </a:pPr>
            <a:r>
              <a:rPr sz="1200" b="1" i="0">
                <a:solidFill>
                  <a:srgbClr val="FFFFFF"/>
                </a:solidFill>
                <a:latin typeface="Noto Sans"/>
                <a:ea typeface="Noto Sans"/>
                <a:cs typeface="Noto Sans"/>
              </a:rPr>
              <a:t>E. PERSONAS USUARIAS DE SERVICIOS DE TELECOMUNICACIONES</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pic>
        <p:nvPicPr>
          <p:cNvPr id="240" name="ANUARIO_BARRA_FONDO"/>
          <p:cNvPicPr>
            <a:picLocks noChangeAspect="1"/>
          </p:cNvPicPr>
          <p:nvPr/>
        </p:nvPicPr>
        <p:blipFill>
          <a:blip r:embed="rId3"/>
          <a:stretch/>
        </p:blipFill>
        <p:spPr>
          <a:xfrm>
            <a:off x="3378" y="0"/>
            <a:ext cx="9136888" cy="456844"/>
          </a:xfrm>
          <a:prstGeom prst="rect">
            <a:avLst/>
          </a:prstGeom>
        </p:spPr>
      </p:pic>
      <p:sp>
        <p:nvSpPr>
          <p:cNvPr id="241"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42" name="ANUARIO_BARRA_QR"/>
          <p:cNvPicPr>
            <a:picLocks noChangeAspect="1"/>
          </p:cNvPicPr>
          <p:nvPr/>
        </p:nvPicPr>
        <p:blipFill>
          <a:blip r:embed="rId4"/>
          <a:stretch/>
        </p:blipFill>
        <p:spPr>
          <a:xfrm>
            <a:off x="7810564" y="75961"/>
            <a:ext cx="304559" cy="304559"/>
          </a:xfrm>
          <a:prstGeom prst="rect">
            <a:avLst/>
          </a:prstGeom>
        </p:spPr>
      </p:pic>
      <p:pic>
        <p:nvPicPr>
          <p:cNvPr id="243" name="ANUARIO_BARRA_CRT"/>
          <p:cNvPicPr>
            <a:picLocks noChangeAspect="1"/>
          </p:cNvPicPr>
          <p:nvPr/>
        </p:nvPicPr>
        <p:blipFill>
          <a:blip r:embed="rId5"/>
          <a:stretch/>
        </p:blipFill>
        <p:spPr>
          <a:xfrm>
            <a:off x="8294782" y="75961"/>
            <a:ext cx="542115" cy="304559"/>
          </a:xfrm>
          <a:prstGeom prst="rect">
            <a:avLst/>
          </a:prstGeom>
        </p:spPr>
      </p:pic>
      <p:sp>
        <p:nvSpPr>
          <p:cNvPr id="244"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45"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6"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F. INDICADORES CON PERSPECTIVA DE GÉNERO</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G. INDICADORES DE RADIODIFUSIÓN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pic>
        <p:nvPicPr>
          <p:cNvPr id="223" name="ANUARIO_BARRA_FONDO"/>
          <p:cNvPicPr>
            <a:picLocks noChangeAspect="1"/>
          </p:cNvPicPr>
          <p:nvPr/>
        </p:nvPicPr>
        <p:blipFill>
          <a:blip r:embed="rId3"/>
          <a:stretch/>
        </p:blipFill>
        <p:spPr>
          <a:xfrm>
            <a:off x="3378" y="0"/>
            <a:ext cx="9136888" cy="456844"/>
          </a:xfrm>
          <a:prstGeom prst="rect">
            <a:avLst/>
          </a:prstGeom>
        </p:spPr>
      </p:pic>
      <p:sp>
        <p:nvSpPr>
          <p:cNvPr id="224"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5" name="ANUARIO_BARRA_QR"/>
          <p:cNvPicPr>
            <a:picLocks noChangeAspect="1"/>
          </p:cNvPicPr>
          <p:nvPr/>
        </p:nvPicPr>
        <p:blipFill>
          <a:blip r:embed="rId4"/>
          <a:stretch/>
        </p:blipFill>
        <p:spPr>
          <a:xfrm>
            <a:off x="7810564" y="75961"/>
            <a:ext cx="304559" cy="304559"/>
          </a:xfrm>
          <a:prstGeom prst="rect">
            <a:avLst/>
          </a:prstGeom>
        </p:spPr>
      </p:pic>
      <p:pic>
        <p:nvPicPr>
          <p:cNvPr id="226" name="ANUARIO_BARRA_CRT"/>
          <p:cNvPicPr>
            <a:picLocks noChangeAspect="1"/>
          </p:cNvPicPr>
          <p:nvPr/>
        </p:nvPicPr>
        <p:blipFill>
          <a:blip r:embed="rId5"/>
          <a:stretch/>
        </p:blipFill>
        <p:spPr>
          <a:xfrm>
            <a:off x="8294782" y="75961"/>
            <a:ext cx="542115" cy="304559"/>
          </a:xfrm>
          <a:prstGeom prst="rect">
            <a:avLst/>
          </a:prstGeom>
        </p:spPr>
      </p:pic>
      <p:sp>
        <p:nvSpPr>
          <p:cNvPr id="227"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8"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29" name="ANUARIO_BARRA_URL">
            <a:hlinkClick r:id="rId6"/>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CDMX, GUADALAJARA Y MONTERREY</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1" descr="Capa accesible con el texto del SVG de la figura H.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H.11</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H.11.</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Las regiones consideradas son Ciudad de México, Guadalajara y Monterrey.</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1" descr="Figura H.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2" descr="Capa accesible con el texto del SVG de la figura H.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H.12</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H.12.</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Ciudad de México.</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2" descr="Figura H.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3" descr="Capa accesible con el texto del SVG de la figura H.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H.13</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H.13.</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Guadalajara.</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3" descr="Figura H.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H_14" descr="Capa accesible con el texto del SVG de la figura H.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H.14</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17:00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19:00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21:00</a:t>
            </a:r>
          </a:p>
          <a:p>
            <a:pPr>
              <a:spcBef>
                <a:spcPts val="0"/>
              </a:spcBef>
              <a:spcAft>
                <a:spcPts val="0"/>
              </a:spcAft>
            </a:pPr>
            <a:r>
              <a:rPr sz="100">
                <a:solidFill>
                  <a:srgbClr val="FFFFFF"/>
                </a:solidFill>
                <a:latin typeface="Noto Sans"/>
              </a:rPr>
              <a:t>22:00</a:t>
            </a:r>
          </a:p>
          <a:p>
            <a:pPr>
              <a:spcBef>
                <a:spcPts val="0"/>
              </a:spcBef>
              <a:spcAft>
                <a:spcPts val="0"/>
              </a:spcAft>
            </a:pPr>
            <a:r>
              <a:rPr sz="100">
                <a:solidFill>
                  <a:srgbClr val="FFFFFF"/>
                </a:solidFill>
                <a:latin typeface="Noto Sans"/>
              </a:rPr>
              <a:t>23:00</a:t>
            </a:r>
          </a:p>
          <a:p>
            <a:pPr>
              <a:spcBef>
                <a:spcPts val="0"/>
              </a:spcBef>
              <a:spcAft>
                <a:spcPts val="0"/>
              </a:spcAft>
            </a:pPr>
            <a:r>
              <a:rPr sz="100">
                <a:solidFill>
                  <a:srgbClr val="FFFFFF"/>
                </a:solidFill>
                <a:latin typeface="Noto Sans"/>
              </a:rPr>
              <a:t>Horario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12.00</a:t>
            </a:r>
          </a:p>
          <a:p>
            <a:pPr>
              <a:spcBef>
                <a:spcPts val="0"/>
              </a:spcBef>
              <a:spcAft>
                <a:spcPts val="0"/>
              </a:spcAft>
            </a:pPr>
            <a:r>
              <a:rPr sz="100">
                <a:solidFill>
                  <a:srgbClr val="FFFFFF"/>
                </a:solidFill>
                <a:latin typeface="Noto Sans"/>
              </a:rPr>
              <a:t>14.00</a:t>
            </a:r>
          </a:p>
          <a:p>
            <a:pPr>
              <a:spcBef>
                <a:spcPts val="0"/>
              </a:spcBef>
              <a:spcAft>
                <a:spcPts val="0"/>
              </a:spcAft>
            </a:pPr>
            <a:r>
              <a:rPr sz="100">
                <a:solidFill>
                  <a:srgbClr val="FFFFFF"/>
                </a:solidFill>
                <a:latin typeface="Noto Sans"/>
              </a:rPr>
              <a:t>16.00</a:t>
            </a:r>
          </a:p>
          <a:p>
            <a:pPr>
              <a:spcBef>
                <a:spcPts val="0"/>
              </a:spcBef>
              <a:spcAft>
                <a:spcPts val="0"/>
              </a:spcAft>
            </a:pPr>
            <a:r>
              <a:rPr sz="100">
                <a:solidFill>
                  <a:srgbClr val="FFFFFF"/>
                </a:solidFill>
                <a:latin typeface="Noto Sans"/>
              </a:rPr>
              <a:t>18.00</a:t>
            </a:r>
          </a:p>
          <a:p>
            <a:pPr>
              <a:spcBef>
                <a:spcPts val="0"/>
              </a:spcBef>
              <a:spcAft>
                <a:spcPts val="0"/>
              </a:spcAft>
            </a:pPr>
            <a:r>
              <a:rPr sz="100">
                <a:solidFill>
                  <a:srgbClr val="FFFFFF"/>
                </a:solidFill>
                <a:latin typeface="Noto Sans"/>
              </a:rPr>
              <a:t>Proporción de personas escuchando la radio (%)</a:t>
            </a:r>
          </a:p>
          <a:p>
            <a:pPr>
              <a:spcBef>
                <a:spcPts val="0"/>
              </a:spcBef>
              <a:spcAft>
                <a:spcPts val="0"/>
              </a:spcAft>
            </a:pPr>
            <a:r>
              <a:rPr sz="100">
                <a:solidFill>
                  <a:srgbClr val="FFFFFF"/>
                </a:solidFill>
                <a:latin typeface="Noto Sans"/>
              </a:rPr>
              <a:t>Total personas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H.14.</a:t>
            </a:r>
          </a:p>
          <a:p>
            <a:pPr>
              <a:spcBef>
                <a:spcPts val="0"/>
              </a:spcBef>
              <a:spcAft>
                <a:spcPts val="0"/>
              </a:spcAft>
            </a:pPr>
            <a:r>
              <a:rPr sz="100">
                <a:solidFill>
                  <a:srgbClr val="FFFFFF"/>
                </a:solidFill>
                <a:latin typeface="Noto Sans"/>
              </a:rPr>
              <a:t>Proporción de personas que escucharon la radio por hora (%)</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Base de Datos de INRA a través del software INRAM.</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Datos obtenidos de julio 2023 a junio 2024. La variable de consulta es el porcentaje de encendidos (tvr%).</a:t>
            </a:r>
          </a:p>
          <a:p>
            <a:pPr>
              <a:spcBef>
                <a:spcPts val="0"/>
              </a:spcBef>
              <a:spcAft>
                <a:spcPts val="0"/>
              </a:spcAft>
            </a:pPr>
            <a:r>
              <a:rPr sz="100">
                <a:solidFill>
                  <a:srgbClr val="FFFFFF"/>
                </a:solidFill>
                <a:latin typeface="Noto Sans"/>
              </a:rPr>
              <a:t>Se suman las estaciones exportadas por INRAM. La región considerada es Monterrey.</a:t>
            </a:r>
          </a:p>
          <a:p>
            <a:pPr>
              <a:spcBef>
                <a:spcPts val="0"/>
              </a:spcBef>
              <a:spcAft>
                <a:spcPts val="0"/>
              </a:spcAft>
            </a:pPr>
            <a:r>
              <a:rPr sz="100">
                <a:solidFill>
                  <a:srgbClr val="FFFFFF"/>
                </a:solidFill>
                <a:latin typeface="Noto Sans"/>
              </a:rPr>
              <a:t>El target utilizado es hombres y mujeres de 8 años en adelante, todos los niveles socioeconómicos.</a:t>
            </a:r>
          </a:p>
          <a:p>
            <a:pPr>
              <a:spcBef>
                <a:spcPts val="0"/>
              </a:spcBef>
              <a:spcAft>
                <a:spcPts val="0"/>
              </a:spcAft>
            </a:pPr>
            <a:r>
              <a:rPr sz="100">
                <a:solidFill>
                  <a:srgbClr val="FFFFFF"/>
                </a:solidFill>
                <a:latin typeface="Noto Sans"/>
              </a:rPr>
              <a:t>Horario de consulta de 06:00 a 24:00 horas de lunes a domingo.</a:t>
            </a:r>
          </a:p>
        </p:txBody>
      </p:sp>
      <p:pic>
        <p:nvPicPr>
          <p:cNvPr id="223" name="ANUARIO_IMAGE_H_14" descr="Figura H.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4" name="ANUARIO_BARRA_FONDO"/>
          <p:cNvPicPr>
            <a:picLocks noChangeAspect="1"/>
          </p:cNvPicPr>
          <p:nvPr/>
        </p:nvPicPr>
        <p:blipFill>
          <a:blip r:embed="rId3"/>
          <a:stretch/>
        </p:blipFill>
        <p:spPr>
          <a:xfrm>
            <a:off x="3378" y="0"/>
            <a:ext cx="9136888" cy="456844"/>
          </a:xfrm>
          <a:prstGeom prst="rect">
            <a:avLst/>
          </a:prstGeom>
        </p:spPr>
      </p:pic>
      <p:sp>
        <p:nvSpPr>
          <p:cNvPr id="225" name="ANUARIO_BARRA_QR_FONDO">
            <a:extLst>
              <a:ext uri="{FF2B5EF4-FFF2-40B4-BE49-F238E27FC236}">
                <ns2:creationId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4"/>
          <a:stretch/>
        </p:blipFill>
        <p:spPr>
          <a:xfrm>
            <a:off x="7810564" y="75961"/>
            <a:ext cx="304559" cy="304559"/>
          </a:xfrm>
          <a:prstGeom prst="rect">
            <a:avLst/>
          </a:prstGeom>
        </p:spPr>
      </p:pic>
      <p:pic>
        <p:nvPicPr>
          <p:cNvPr id="227" name="ANUARIO_BARRA_CRT"/>
          <p:cNvPicPr>
            <a:picLocks noChangeAspect="1"/>
          </p:cNvPicPr>
          <p:nvPr/>
        </p:nvPicPr>
        <p:blipFill>
          <a:blip r:embed="rId5"/>
          <a:stretch/>
        </p:blipFill>
        <p:spPr>
          <a:xfrm>
            <a:off x="8294782" y="75961"/>
            <a:ext cx="542115" cy="304559"/>
          </a:xfrm>
          <a:prstGeom prst="rect">
            <a:avLst/>
          </a:prstGeom>
        </p:spPr>
      </p:pic>
      <p:sp>
        <p:nvSpPr>
          <p:cNvPr id="228" name="ANUARIO_BARRA_TITULO">
            <a:extLst>
              <a:ext uri="{FF2B5EF4-FFF2-40B4-BE49-F238E27FC236}">
                <ns2:creationId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 CONSUMO DE RADIO Y TELEVISIÓN</a:t>
            </a:r>
          </a:p>
        </p:txBody>
      </p:sp>
      <p:sp>
        <p:nvSpPr>
          <p:cNvPr id="229" name="ANUARIO_BARRA_CONSULTA">
            <a:extLst>
              <a:ext uri="{FF2B5EF4-FFF2-40B4-BE49-F238E27FC236}">
                <ns2:creationId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6"/>
            <a:extLst>
              <a:ext uri="{FF2B5EF4-FFF2-40B4-BE49-F238E27FC236}">
                <ns2:creationId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pic>
        <p:nvPicPr>
          <p:cNvPr id="238" name="ANUARIO_BARRA_FONDO"/>
          <p:cNvPicPr>
            <a:picLocks noChangeAspect="1"/>
          </p:cNvPicPr>
          <p:nvPr/>
        </p:nvPicPr>
        <p:blipFill>
          <a:blip r:embed="rId5"/>
          <a:stretch/>
        </p:blipFill>
        <p:spPr>
          <a:xfrm>
            <a:off x="3378" y="0"/>
            <a:ext cx="9136888" cy="456844"/>
          </a:xfrm>
          <a:prstGeom prst="rect">
            <a:avLst/>
          </a:prstGeom>
        </p:spPr>
      </p:pic>
      <p:sp>
        <p:nvSpPr>
          <p:cNvPr id="239"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40" name="ANUARIO_BARRA_QR"/>
          <p:cNvPicPr>
            <a:picLocks noChangeAspect="1"/>
          </p:cNvPicPr>
          <p:nvPr/>
        </p:nvPicPr>
        <p:blipFill>
          <a:blip r:embed="rId6"/>
          <a:stretch/>
        </p:blipFill>
        <p:spPr>
          <a:xfrm>
            <a:off x="7810564" y="75961"/>
            <a:ext cx="304559" cy="304559"/>
          </a:xfrm>
          <a:prstGeom prst="rect">
            <a:avLst/>
          </a:prstGeom>
        </p:spPr>
      </p:pic>
      <p:pic>
        <p:nvPicPr>
          <p:cNvPr id="241" name="ANUARIO_BARRA_CRT"/>
          <p:cNvPicPr>
            <a:picLocks noChangeAspect="1"/>
          </p:cNvPicPr>
          <p:nvPr/>
        </p:nvPicPr>
        <p:blipFill>
          <a:blip r:embed="rId7"/>
          <a:stretch/>
        </p:blipFill>
        <p:spPr>
          <a:xfrm>
            <a:off x="8294782" y="75961"/>
            <a:ext cx="542115" cy="304559"/>
          </a:xfrm>
          <a:prstGeom prst="rect">
            <a:avLst/>
          </a:prstGeom>
        </p:spPr>
      </p:pic>
      <p:sp>
        <p:nvSpPr>
          <p:cNvPr id="242"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HERRAMIENTAS IFT</a:t>
            </a:r>
          </a:p>
        </p:txBody>
      </p:sp>
      <p:sp>
        <p:nvSpPr>
          <p:cNvPr id="243"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44" name="ANUARIO_BARRA_URL">
            <a:hlinkClick r:id="rId4"/>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pic>
        <p:nvPicPr>
          <p:cNvPr id="224" name="ANUARIO_BARRA_FONDO"/>
          <p:cNvPicPr>
            <a:picLocks noChangeAspect="1"/>
          </p:cNvPicPr>
          <p:nvPr/>
        </p:nvPicPr>
        <p:blipFill>
          <a:blip r:embed="rId2"/>
          <a:stretch/>
        </p:blipFill>
        <p:spPr>
          <a:xfrm>
            <a:off x="3378" y="0"/>
            <a:ext cx="9136888" cy="456844"/>
          </a:xfrm>
          <a:prstGeom prst="rect">
            <a:avLst/>
          </a:prstGeom>
        </p:spPr>
      </p:pic>
      <p:sp>
        <p:nvSpPr>
          <p:cNvPr id="225"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26" name="ANUARIO_BARRA_QR"/>
          <p:cNvPicPr>
            <a:picLocks noChangeAspect="1"/>
          </p:cNvPicPr>
          <p:nvPr/>
        </p:nvPicPr>
        <p:blipFill>
          <a:blip r:embed="rId3"/>
          <a:stretch/>
        </p:blipFill>
        <p:spPr>
          <a:xfrm>
            <a:off x="7810564" y="75961"/>
            <a:ext cx="304559" cy="304559"/>
          </a:xfrm>
          <a:prstGeom prst="rect">
            <a:avLst/>
          </a:prstGeom>
        </p:spPr>
      </p:pic>
      <p:pic>
        <p:nvPicPr>
          <p:cNvPr id="227" name="ANUARIO_BARRA_CRT"/>
          <p:cNvPicPr>
            <a:picLocks noChangeAspect="1"/>
          </p:cNvPicPr>
          <p:nvPr/>
        </p:nvPicPr>
        <p:blipFill>
          <a:blip r:embed="rId4"/>
          <a:stretch/>
        </p:blipFill>
        <p:spPr>
          <a:xfrm>
            <a:off x="8294782" y="75961"/>
            <a:ext cx="542115" cy="304559"/>
          </a:xfrm>
          <a:prstGeom prst="rect">
            <a:avLst/>
          </a:prstGeom>
        </p:spPr>
      </p:pic>
      <p:sp>
        <p:nvSpPr>
          <p:cNvPr id="228" name="ANUARIO_BARRA_TITULO">
            <a:extLst>
              <a:ext uri="{FF2B5EF4-FFF2-40B4-BE49-F238E27FC236}">
                <a16:creationId xmlns:a16="http://schemas.microsoft.com/office/drawing/2014/main" id="{0936628E-1D72-4C14-AF7F-6AEAD61F4725}"/>
              </a:ext>
            </a:extLst>
          </p:cNvPr>
          <p:cNvSpPr>
            <a:spLocks noGrp="1"/>
          </p:cNvSpPr>
          <p:nvPr/>
        </p:nvSpPr>
        <p:spPr>
          <a:xfrm>
            <a:off x="304914" y="45720"/>
            <a:ext cx="5050000" cy="365760"/>
          </a:xfrm>
          <a:prstGeom prst="rect">
            <a:avLst/>
          </a:prstGeom>
          <a:noFill/>
          <a:ln w="0">
            <a:noFill/>
          </a:ln>
        </p:spPr>
        <p:txBody>
          <a:bodyPr wrap="none" lIns="0" tIns="0" rIns="0" bIns="0" anchor="t">
            <a:noAutofit/>
          </a:bodyPr>
          <a:lstStyle/>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ANEXO I. RESUMEN DE INDICADORES DE</a:t>
            </a:r>
          </a:p>
          <a:p>
            <a:pPr>
              <a:lnSpc>
                <a:spcPts val="1300"/>
              </a:lnSpc>
              <a:defRPr sz="1200">
                <a:solidFill>
                  <a:srgbClr val="263632"/>
                </a:solidFill>
                <a:latin typeface="Noto Sans"/>
                <a:ea typeface="Noto Sans"/>
                <a:cs typeface="Noto Sans"/>
              </a:defRPr>
            </a:pPr>
            <a:r>
              <a:rPr sz="1200" b="1" i="0">
                <a:solidFill>
                  <a:srgbClr val="FFFFFF"/>
                </a:solidFill>
                <a:latin typeface="Noto Sans"/>
                <a:ea typeface="Noto Sans"/>
                <a:cs typeface="Noto Sans"/>
              </a:rPr>
              <a:t>TELECOMUNICACIONES Y RADIODIFUSIÓN</a:t>
            </a:r>
          </a:p>
        </p:txBody>
      </p:sp>
      <p:sp>
        <p:nvSpPr>
          <p:cNvPr id="229"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30"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pic>
        <p:nvPicPr>
          <p:cNvPr id="26" name="ANUARIO_BARRA_FONDO"/>
          <p:cNvPicPr>
            <a:picLocks noChangeAspect="1"/>
          </p:cNvPicPr>
          <p:nvPr/>
        </p:nvPicPr>
        <p:blipFill>
          <a:blip r:embed="rId2"/>
          <a:stretch/>
        </p:blipFill>
        <p:spPr>
          <a:xfrm>
            <a:off x="3378" y="0"/>
            <a:ext cx="9136888" cy="456844"/>
          </a:xfrm>
          <a:prstGeom prst="rect">
            <a:avLst/>
          </a:prstGeom>
        </p:spPr>
      </p:pic>
      <p:sp>
        <p:nvSpPr>
          <p:cNvPr id="27"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28" name="ANUARIO_BARRA_QR"/>
          <p:cNvPicPr>
            <a:picLocks noChangeAspect="1"/>
          </p:cNvPicPr>
          <p:nvPr/>
        </p:nvPicPr>
        <p:blipFill>
          <a:blip r:embed="rId3"/>
          <a:stretch/>
        </p:blipFill>
        <p:spPr>
          <a:xfrm>
            <a:off x="7810564" y="75961"/>
            <a:ext cx="304559" cy="304559"/>
          </a:xfrm>
          <a:prstGeom prst="rect">
            <a:avLst/>
          </a:prstGeom>
        </p:spPr>
      </p:pic>
      <p:pic>
        <p:nvPicPr>
          <p:cNvPr id="29" name="ANUARIO_BARRA_CRT"/>
          <p:cNvPicPr>
            <a:picLocks noChangeAspect="1"/>
          </p:cNvPicPr>
          <p:nvPr/>
        </p:nvPicPr>
        <p:blipFill>
          <a:blip r:embed="rId4"/>
          <a:stretch/>
        </p:blipFill>
        <p:spPr>
          <a:xfrm>
            <a:off x="8294782" y="75961"/>
            <a:ext cx="542115" cy="304559"/>
          </a:xfrm>
          <a:prstGeom prst="rect">
            <a:avLst/>
          </a:prstGeom>
        </p:spPr>
      </p:pic>
      <p:sp>
        <p:nvSpPr>
          <p:cNvPr id="30"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1"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2"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1.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67478D00-C6D3-4921-B4BE-5F6A4486248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E4AD0882-B201-4115-9F53-DDF5A91B256C}"/>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121</a:t>
            </a:r>
          </a:p>
        </p:txBody>
      </p:sp>
      <p:sp>
        <p:nvSpPr>
          <p:cNvPr id="9" name="ANUARIO_EDICION">
            <a:extLst xmlns:a="http://schemas.openxmlformats.org/drawingml/2006/main">
              <a:ext uri="{FF2B5EF4-FFF2-40B4-BE49-F238E27FC236}">
                <a16:creationId xmlns:a16="http://schemas.microsoft.com/office/drawing/2014/main" id="{C44CD72B-8D17-4039-BDBA-89AB96AE4D3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2_DESIGN_2026">
            <a:extLst xmlns:a="http://schemas.openxmlformats.org/drawingml/2006/main">
              <a:ext uri="{FF2B5EF4-FFF2-40B4-BE49-F238E27FC236}">
                <a16:creationId xmlns:a16="http://schemas.microsoft.com/office/drawing/2014/main" id="{7C2682C7-7E65-45CA-A741-86178EE128CD}"/>
              </a:ext>
            </a:extLst>
          </p:cNvPr>
          <p:cNvSpPr>
            <a:spLocks xmlns:a="http://schemas.openxmlformats.org/drawingml/2006/main" noGrp="1"/>
          </p:cNvSpPr>
          <p:nvPr/>
        </p:nvSpPr>
        <p:spPr>
          <a:xfrm xmlns:a="http://schemas.openxmlformats.org/drawingml/2006/main">
            <a:off x="301752" y="566928"/>
            <a:ext cx="4178808" cy="2549316"/>
          </a:xfrm>
          <a:prstGeom xmlns:a="http://schemas.openxmlformats.org/drawingml/2006/main" prst="roundRect">
            <a:avLst>
              <a:gd name="adj" fmla="val 2152"/>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6432A3D0-66DA-4BD7-BCC7-6CF45147083C}"/>
              </a:ext>
            </a:extLst>
          </p:cNvPr>
          <p:cNvSpPr>
            <a:spLocks xmlns:a="http://schemas.openxmlformats.org/drawingml/2006/main" noGrp="1"/>
          </p:cNvSpPr>
          <p:nvPr/>
        </p:nvSpPr>
        <p:spPr>
          <a:xfrm xmlns:a="http://schemas.openxmlformats.org/drawingml/2006/main">
            <a:off x="301752" y="640080"/>
            <a:ext cx="64008" cy="24030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27D05E98-B7C6-41AD-82E4-F8D3603B021E}"/>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9B4BD0D6-00AD-441F-B6DB-619DA77AB6A3}"/>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a:t>
            </a:r>
          </a:p>
        </p:txBody>
      </p:sp>
      <p:sp>
        <p:nvSpPr>
          <p:cNvPr id="14" name="ANUARIO_CONTENIDO_0_0_0">
            <a:extLst xmlns:a="http://schemas.openxmlformats.org/drawingml/2006/main">
              <a:ext uri="{FF2B5EF4-FFF2-40B4-BE49-F238E27FC236}">
                <a16:creationId xmlns:a16="http://schemas.microsoft.com/office/drawing/2014/main" id="{AD5D5187-E3E4-44F8-B991-11C273EFD3EF}"/>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Encendidos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(tvr%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TRr%):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encendida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791C9A0C-C33E-44CF-90CF-EB054240F96A}"/>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escucharon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p>
        </p:txBody>
      </p:sp>
      <p:sp>
        <p:nvSpPr>
          <p:cNvPr id="16" name="ANUARIO_CONTENIDO_0_0_2">
            <a:extLst xmlns:a="http://schemas.openxmlformats.org/drawingml/2006/main">
              <a:ext uri="{FF2B5EF4-FFF2-40B4-BE49-F238E27FC236}">
                <a16:creationId xmlns:a16="http://schemas.microsoft.com/office/drawing/2014/main" id="{9B0F2FBC-37ED-4D96-8FD4-6254DFA3FE46}"/>
              </a:ext>
            </a:extLst>
          </p:cNvPr>
          <p:cNvSpPr>
            <a:spLocks xmlns:a="http://schemas.openxmlformats.org/drawingml/2006/main" noGrp="1"/>
          </p:cNvSpPr>
          <p:nvPr/>
        </p:nvSpPr>
        <p:spPr>
          <a:xfrm xmlns:a="http://schemas.openxmlformats.org/drawingml/2006/main">
            <a:off x="466344"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Disponibilidad</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Uso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Tecnologías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Información</a:t>
            </a:r>
            <a:r>
              <a:rPr sz="650" b="1" i="0">
                <a:solidFill>
                  <a:srgbClr val="2F7F6F"/>
                </a:solidFill>
                <a:latin typeface="DejaVu Sans"/>
                <a:ea typeface="DejaVu Sans"/>
                <a:cs typeface="DejaVu Sans"/>
              </a:rPr>
              <a:t> </a:t>
            </a:r>
          </a:p>
        </p:txBody>
      </p:sp>
      <p:sp>
        <p:nvSpPr>
          <p:cNvPr id="17" name="ANUARIO_CONTENIDO_0_0_3">
            <a:extLst xmlns:a="http://schemas.openxmlformats.org/drawingml/2006/main">
              <a:ext uri="{FF2B5EF4-FFF2-40B4-BE49-F238E27FC236}">
                <a16:creationId xmlns:a16="http://schemas.microsoft.com/office/drawing/2014/main" id="{62371776-BE51-46F6-862D-E4E6D27E80FF}"/>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(ENDUTIH):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E21F4527-B209-47C3-A3ED-CDC2D685666B}"/>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estadística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disponibilidad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Tecnologías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1941C591-2699-4674-8A47-4553610C54EB}"/>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seis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20" name="ANUARIO_CONTENIDO_0_0_6">
            <a:extLst xmlns:a="http://schemas.openxmlformats.org/drawingml/2006/main">
              <a:ext uri="{FF2B5EF4-FFF2-40B4-BE49-F238E27FC236}">
                <a16:creationId xmlns:a16="http://schemas.microsoft.com/office/drawing/2014/main" id="{F46664C2-7D9E-4439-84A5-231865BE69FC}"/>
              </a:ext>
            </a:extLst>
          </p:cNvPr>
          <p:cNvSpPr>
            <a:spLocks xmlns:a="http://schemas.openxmlformats.org/drawingml/2006/main" noGrp="1"/>
          </p:cNvSpPr>
          <p:nvPr/>
        </p:nvSpPr>
        <p:spPr>
          <a:xfrm xmlns:a="http://schemas.openxmlformats.org/drawingml/2006/main">
            <a:off x="466344" y="14579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México.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a:t>
            </a:r>
            <a:r>
              <a:rPr sz="650" b="0" i="0">
                <a:solidFill>
                  <a:srgbClr val="24383A"/>
                </a:solidFill>
                <a:latin typeface="DejaVu Sans"/>
                <a:ea typeface="DejaVu Sans"/>
                <a:cs typeface="DejaVu Sans"/>
              </a:rPr>
              <a:t>endutih/2025/</a:t>
            </a:r>
            <a:r>
              <a:rPr sz="650" b="0" i="0">
                <a:solidFill>
                  <a:srgbClr val="24383A"/>
                </a:solidFill>
                <a:latin typeface="DejaVu Sans"/>
                <a:ea typeface="DejaVu Sans"/>
                <a:cs typeface="DejaVu Sans"/>
              </a:rPr>
              <a:t>.</a:t>
            </a:r>
          </a:p>
        </p:txBody>
      </p:sp>
      <p:sp>
        <p:nvSpPr>
          <p:cNvPr id="21" name="ANUARIO_CONTENIDO_0_0_7">
            <a:extLst xmlns:a="http://schemas.openxmlformats.org/drawingml/2006/main">
              <a:ext uri="{FF2B5EF4-FFF2-40B4-BE49-F238E27FC236}">
                <a16:creationId xmlns:a16="http://schemas.microsoft.com/office/drawing/2014/main" id="{AEB53C02-3D6E-4D12-8588-660451F0D5B9}"/>
              </a:ext>
            </a:extLst>
          </p:cNvPr>
          <p:cNvSpPr>
            <a:spLocks xmlns:a="http://schemas.openxmlformats.org/drawingml/2006/main" noGrp="1"/>
          </p:cNvSpPr>
          <p:nvPr/>
        </p:nvSpPr>
        <p:spPr>
          <a:xfrm xmlns:a="http://schemas.openxmlformats.org/drawingml/2006/main">
            <a:off x="466344"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Ingresos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Gastos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(ENIGH):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p>
        </p:txBody>
      </p:sp>
      <p:sp>
        <p:nvSpPr>
          <p:cNvPr id="22" name="ANUARIO_CONTENIDO_0_0_8">
            <a:extLst xmlns:a="http://schemas.openxmlformats.org/drawingml/2006/main">
              <a:ext uri="{FF2B5EF4-FFF2-40B4-BE49-F238E27FC236}">
                <a16:creationId xmlns:a16="http://schemas.microsoft.com/office/drawing/2014/main" id="{B795F4DD-4654-42EA-B5EB-A818683EA7DD}"/>
              </a:ext>
            </a:extLst>
          </p:cNvPr>
          <p:cNvSpPr>
            <a:spLocks xmlns:a="http://schemas.openxmlformats.org/drawingml/2006/main" noGrp="1"/>
          </p:cNvSpPr>
          <p:nvPr/>
        </p:nvSpPr>
        <p:spPr>
          <a:xfrm xmlns:a="http://schemas.openxmlformats.org/drawingml/2006/main">
            <a:off x="466344"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panorama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estadístico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comportamiento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3" name="ANUARIO_CONTENIDO_0_0_9">
            <a:extLst xmlns:a="http://schemas.openxmlformats.org/drawingml/2006/main">
              <a:ext uri="{FF2B5EF4-FFF2-40B4-BE49-F238E27FC236}">
                <a16:creationId xmlns:a16="http://schemas.microsoft.com/office/drawing/2014/main" id="{D54FBBFF-007C-4AEB-BFC5-5B50BAF45818}"/>
              </a:ext>
            </a:extLst>
          </p:cNvPr>
          <p:cNvSpPr>
            <a:spLocks xmlns:a="http://schemas.openxmlformats.org/drawingml/2006/main" noGrp="1"/>
          </p:cNvSpPr>
          <p:nvPr/>
        </p:nvSpPr>
        <p:spPr>
          <a:xfrm xmlns:a="http://schemas.openxmlformats.org/drawingml/2006/main">
            <a:off x="466344" y="17607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gastos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procedencia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distribución;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adicionalmente,</a:t>
            </a:r>
            <a:r>
              <a:rPr sz="650" b="0" i="0">
                <a:solidFill>
                  <a:srgbClr val="24383A"/>
                </a:solidFill>
                <a:latin typeface="DejaVu Sans"/>
                <a:ea typeface="DejaVu Sans"/>
                <a:cs typeface="DejaVu Sans"/>
              </a:rPr>
              <a:t> </a:t>
            </a:r>
          </a:p>
        </p:txBody>
      </p:sp>
      <p:sp>
        <p:nvSpPr>
          <p:cNvPr id="24" name="ANUARIO_CONTENIDO_0_0_10">
            <a:extLst xmlns:a="http://schemas.openxmlformats.org/drawingml/2006/main">
              <a:ext uri="{FF2B5EF4-FFF2-40B4-BE49-F238E27FC236}">
                <a16:creationId xmlns:a16="http://schemas.microsoft.com/office/drawing/2014/main" id="{79968642-7D06-4ECD-BC8B-2AF6B1071EBC}"/>
              </a:ext>
            </a:extLst>
          </p:cNvPr>
          <p:cNvSpPr>
            <a:spLocks xmlns:a="http://schemas.openxmlformats.org/drawingml/2006/main" noGrp="1"/>
          </p:cNvSpPr>
          <p:nvPr/>
        </p:nvSpPr>
        <p:spPr>
          <a:xfrm xmlns:a="http://schemas.openxmlformats.org/drawingml/2006/main">
            <a:off x="466344" y="18531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ofrece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sociodemográficas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0_11">
            <a:extLst xmlns:a="http://schemas.openxmlformats.org/drawingml/2006/main">
              <a:ext uri="{FF2B5EF4-FFF2-40B4-BE49-F238E27FC236}">
                <a16:creationId xmlns:a16="http://schemas.microsoft.com/office/drawing/2014/main" id="{6B6FFB0F-2822-4432-89A5-24546031FC17}"/>
              </a:ext>
            </a:extLst>
          </p:cNvPr>
          <p:cNvSpPr>
            <a:spLocks xmlns:a="http://schemas.openxmlformats.org/drawingml/2006/main" noGrp="1"/>
          </p:cNvSpPr>
          <p:nvPr/>
        </p:nvSpPr>
        <p:spPr>
          <a:xfrm xmlns:a="http://schemas.openxmlformats.org/drawingml/2006/main">
            <a:off x="466344" y="19456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infraestructura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vivienda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26" name="ANUARIO_CONTENIDO_0_0_12">
            <a:extLst xmlns:a="http://schemas.openxmlformats.org/drawingml/2006/main">
              <a:ext uri="{FF2B5EF4-FFF2-40B4-BE49-F238E27FC236}">
                <a16:creationId xmlns:a16="http://schemas.microsoft.com/office/drawing/2014/main" id="{8D812A3E-651E-4762-BEA6-30CC55E3B10E}"/>
              </a:ext>
            </a:extLst>
          </p:cNvPr>
          <p:cNvSpPr>
            <a:spLocks xmlns:a="http://schemas.openxmlformats.org/drawingml/2006/main" noGrp="1"/>
          </p:cNvSpPr>
          <p:nvPr/>
        </p:nvSpPr>
        <p:spPr>
          <a:xfrm xmlns:a="http://schemas.openxmlformats.org/drawingml/2006/main">
            <a:off x="466344" y="20380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equipamiento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a:t>
            </a:r>
          </a:p>
        </p:txBody>
      </p:sp>
      <p:sp>
        <p:nvSpPr>
          <p:cNvPr id="27" name="ANUARIO_CONTENIDO_0_0_13">
            <a:extLst xmlns:a="http://schemas.openxmlformats.org/drawingml/2006/main">
              <a:ext uri="{FF2B5EF4-FFF2-40B4-BE49-F238E27FC236}">
                <a16:creationId xmlns:a16="http://schemas.microsoft.com/office/drawing/2014/main" id="{B1B6B940-89E4-4F28-B12D-FE0C0C11C9D4}"/>
              </a:ext>
            </a:extLst>
          </p:cNvPr>
          <p:cNvSpPr>
            <a:spLocks xmlns:a="http://schemas.openxmlformats.org/drawingml/2006/main" noGrp="1"/>
          </p:cNvSpPr>
          <p:nvPr/>
        </p:nvSpPr>
        <p:spPr>
          <a:xfrm xmlns:a="http://schemas.openxmlformats.org/drawingml/2006/main">
            <a:off x="466344" y="21305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www.inegi.org.mx/programas/enigh/nc/2024/</a:t>
            </a:r>
            <a:r>
              <a:rPr sz="650" b="0" i="0">
                <a:solidFill>
                  <a:srgbClr val="24383A"/>
                </a:solidFill>
                <a:latin typeface="DejaVu Sans"/>
                <a:ea typeface="DejaVu Sans"/>
                <a:cs typeface="DejaVu Sans"/>
              </a:rPr>
              <a:t>.</a:t>
            </a:r>
          </a:p>
        </p:txBody>
      </p:sp>
      <p:sp>
        <p:nvSpPr>
          <p:cNvPr id="28" name="ANUARIO_CONTENIDO_0_0_14">
            <a:extLst xmlns:a="http://schemas.openxmlformats.org/drawingml/2006/main">
              <a:ext uri="{FF2B5EF4-FFF2-40B4-BE49-F238E27FC236}">
                <a16:creationId xmlns:a16="http://schemas.microsoft.com/office/drawing/2014/main" id="{4FC0B02D-CE14-4985-A928-EFC73917C03E}"/>
              </a:ext>
            </a:extLst>
          </p:cNvPr>
          <p:cNvSpPr>
            <a:spLocks xmlns:a="http://schemas.openxmlformats.org/drawingml/2006/main" noGrp="1"/>
          </p:cNvSpPr>
          <p:nvPr/>
        </p:nvSpPr>
        <p:spPr>
          <a:xfrm xmlns:a="http://schemas.openxmlformats.org/drawingml/2006/main">
            <a:off x="466344" y="22484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Ocupación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Empleo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(ENOE):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29" name="ANUARIO_CONTENIDO_0_0_15">
            <a:extLst xmlns:a="http://schemas.openxmlformats.org/drawingml/2006/main">
              <a:ext uri="{FF2B5EF4-FFF2-40B4-BE49-F238E27FC236}">
                <a16:creationId xmlns:a16="http://schemas.microsoft.com/office/drawing/2014/main" id="{9866A27B-9380-49B2-BE91-255BA85AD571}"/>
              </a:ext>
            </a:extLst>
          </p:cNvPr>
          <p:cNvSpPr>
            <a:spLocks xmlns:a="http://schemas.openxmlformats.org/drawingml/2006/main" noGrp="1"/>
          </p:cNvSpPr>
          <p:nvPr/>
        </p:nvSpPr>
        <p:spPr>
          <a:xfrm xmlns:a="http://schemas.openxmlformats.org/drawingml/2006/main">
            <a:off x="466344" y="23408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mexicano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ofrecer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mensuales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30" name="ANUARIO_CONTENIDO_0_0_16">
            <a:extLst xmlns:a="http://schemas.openxmlformats.org/drawingml/2006/main">
              <a:ext uri="{FF2B5EF4-FFF2-40B4-BE49-F238E27FC236}">
                <a16:creationId xmlns:a16="http://schemas.microsoft.com/office/drawing/2014/main" id="{11DB692F-8B07-458A-8081-EFDD900D968E}"/>
              </a:ext>
            </a:extLst>
          </p:cNvPr>
          <p:cNvSpPr>
            <a:spLocks xmlns:a="http://schemas.openxmlformats.org/drawingml/2006/main" noGrp="1"/>
          </p:cNvSpPr>
          <p:nvPr/>
        </p:nvSpPr>
        <p:spPr>
          <a:xfrm xmlns:a="http://schemas.openxmlformats.org/drawingml/2006/main">
            <a:off x="466344" y="24333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trimestrales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fuerza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subocupación</a:t>
            </a:r>
            <a:r>
              <a:rPr sz="650" b="0" i="0">
                <a:solidFill>
                  <a:srgbClr val="24383A"/>
                </a:solidFill>
                <a:latin typeface="DejaVu Sans"/>
                <a:ea typeface="DejaVu Sans"/>
                <a:cs typeface="DejaVu Sans"/>
              </a:rPr>
              <a:t> </a:t>
            </a:r>
          </a:p>
        </p:txBody>
      </p:sp>
      <p:sp>
        <p:nvSpPr>
          <p:cNvPr id="31" name="ANUARIO_CONTENIDO_0_0_17">
            <a:extLst xmlns:a="http://schemas.openxmlformats.org/drawingml/2006/main">
              <a:ext uri="{FF2B5EF4-FFF2-40B4-BE49-F238E27FC236}">
                <a16:creationId xmlns:a16="http://schemas.microsoft.com/office/drawing/2014/main" id="{EF42B501-1DBF-4365-8B6A-61823333C4BF}"/>
              </a:ext>
            </a:extLst>
          </p:cNvPr>
          <p:cNvSpPr>
            <a:spLocks xmlns:a="http://schemas.openxmlformats.org/drawingml/2006/main" noGrp="1"/>
          </p:cNvSpPr>
          <p:nvPr/>
        </p:nvSpPr>
        <p:spPr>
          <a:xfrm xmlns:a="http://schemas.openxmlformats.org/drawingml/2006/main">
            <a:off x="466344" y="25257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desocupación.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https://www.inegi.org.mx/programas/enoe/15ymas/</a:t>
            </a:r>
            <a:r>
              <a:rPr sz="650" b="0" i="0">
                <a:solidFill>
                  <a:srgbClr val="24383A"/>
                </a:solidFill>
                <a:latin typeface="DejaVu Sans"/>
                <a:ea typeface="DejaVu Sans"/>
                <a:cs typeface="DejaVu Sans"/>
              </a:rPr>
              <a:t>.</a:t>
            </a:r>
            <a:r>
              <a:rPr sz="650" b="0" i="0">
                <a:solidFill>
                  <a:srgbClr val="24383A"/>
                </a:solidFill>
                <a:latin typeface="DejaVu Sans"/>
                <a:ea typeface="DejaVu Sans"/>
                <a:cs typeface="DejaVu Sans"/>
              </a:rPr>
              <a:t> </a:t>
            </a:r>
          </a:p>
        </p:txBody>
      </p:sp>
      <p:sp>
        <p:nvSpPr>
          <p:cNvPr id="32" name="ANUARIO_CONTENIDO_0_0_18">
            <a:extLst xmlns:a="http://schemas.openxmlformats.org/drawingml/2006/main">
              <a:ext uri="{FF2B5EF4-FFF2-40B4-BE49-F238E27FC236}">
                <a16:creationId xmlns:a16="http://schemas.microsoft.com/office/drawing/2014/main" id="{424A8096-1E1B-470A-8F82-C49DB8A4DC0F}"/>
              </a:ext>
            </a:extLst>
          </p:cNvPr>
          <p:cNvSpPr>
            <a:spLocks xmlns:a="http://schemas.openxmlformats.org/drawingml/2006/main" noGrp="1"/>
          </p:cNvSpPr>
          <p:nvPr/>
        </p:nvSpPr>
        <p:spPr>
          <a:xfrm xmlns:a="http://schemas.openxmlformats.org/drawingml/2006/main">
            <a:off x="466344" y="26436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Equipo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terminal: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Dispositivo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usuario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conectarse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a:t>
            </a:r>
            <a:r>
              <a:rPr sz="650" b="0" i="0">
                <a:solidFill>
                  <a:srgbClr val="24383A"/>
                </a:solidFill>
                <a:latin typeface="DejaVu Sans"/>
                <a:ea typeface="DejaVu Sans"/>
                <a:cs typeface="DejaVu Sans"/>
              </a:rPr>
              <a:t> </a:t>
            </a:r>
          </a:p>
        </p:txBody>
      </p:sp>
      <p:sp>
        <p:nvSpPr>
          <p:cNvPr id="33" name="ANUARIO_CONTENIDO_0_0_19">
            <a:extLst xmlns:a="http://schemas.openxmlformats.org/drawingml/2006/main">
              <a:ext uri="{FF2B5EF4-FFF2-40B4-BE49-F238E27FC236}">
                <a16:creationId xmlns:a16="http://schemas.microsoft.com/office/drawing/2014/main" id="{6FC4B380-72B8-4281-B64C-EADE02F7E4FD}"/>
              </a:ext>
            </a:extLst>
          </p:cNvPr>
          <p:cNvSpPr>
            <a:spLocks xmlns:a="http://schemas.openxmlformats.org/drawingml/2006/main" noGrp="1"/>
          </p:cNvSpPr>
          <p:nvPr/>
        </p:nvSpPr>
        <p:spPr>
          <a:xfrm xmlns:a="http://schemas.openxmlformats.org/drawingml/2006/main">
            <a:off x="466344" y="27360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Pública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obtener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34" name="ANUARIO_CONTENIDO_0_0_20">
            <a:extLst xmlns:a="http://schemas.openxmlformats.org/drawingml/2006/main">
              <a:ext uri="{FF2B5EF4-FFF2-40B4-BE49-F238E27FC236}">
                <a16:creationId xmlns:a16="http://schemas.microsoft.com/office/drawing/2014/main" id="{A3DFF438-1435-4B37-B58B-A232CE1E5AF2}"/>
              </a:ext>
            </a:extLst>
          </p:cNvPr>
          <p:cNvSpPr>
            <a:spLocks xmlns:a="http://schemas.openxmlformats.org/drawingml/2006/main" noGrp="1"/>
          </p:cNvSpPr>
          <p:nvPr/>
        </p:nvSpPr>
        <p:spPr>
          <a:xfrm xmlns:a="http://schemas.openxmlformats.org/drawingml/2006/main">
            <a:off x="466344" y="28285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p>
        </p:txBody>
      </p:sp>
      <p:sp>
        <p:nvSpPr>
          <p:cNvPr id="35" name="ANUARIO_ANEXO_P122_DESIGN_2026">
            <a:extLst xmlns:a="http://schemas.openxmlformats.org/drawingml/2006/main">
              <a:ext uri="{FF2B5EF4-FFF2-40B4-BE49-F238E27FC236}">
                <a16:creationId xmlns:a16="http://schemas.microsoft.com/office/drawing/2014/main" id="{993E622E-1C1B-42E9-B4C2-DCF53E450A4C}"/>
              </a:ext>
            </a:extLst>
          </p:cNvPr>
          <p:cNvSpPr>
            <a:spLocks xmlns:a="http://schemas.openxmlformats.org/drawingml/2006/main" noGrp="1"/>
          </p:cNvSpPr>
          <p:nvPr/>
        </p:nvSpPr>
        <p:spPr>
          <a:xfrm xmlns:a="http://schemas.openxmlformats.org/drawingml/2006/main">
            <a:off x="301752" y="3207684"/>
            <a:ext cx="4178808" cy="1254588"/>
          </a:xfrm>
          <a:prstGeom xmlns:a="http://schemas.openxmlformats.org/drawingml/2006/main" prst="roundRect">
            <a:avLst>
              <a:gd name="adj" fmla="val 4373"/>
            </a:avLst>
          </a:prstGeom>
          <a:solidFill xmlns:a="http://schemas.openxmlformats.org/drawingml/2006/main">
            <a:srgbClr val="F6FAF9"/>
          </a:solidFill>
          <a:ln xmlns:a="http://schemas.openxmlformats.org/drawingml/2006/main" w="9525">
            <a:solidFill>
              <a:srgbClr val="C9DAD6"/>
            </a:solidFill>
          </a:ln>
        </p:spPr>
      </p:sp>
      <p:sp>
        <p:nvSpPr>
          <p:cNvPr id="36" name="ANUARIO_ACENTO">
            <a:extLst xmlns:a="http://schemas.openxmlformats.org/drawingml/2006/main">
              <a:ext uri="{FF2B5EF4-FFF2-40B4-BE49-F238E27FC236}">
                <a16:creationId xmlns:a16="http://schemas.microsoft.com/office/drawing/2014/main" id="{0A1E6F72-C0AC-496F-BA08-51F74CAF087F}"/>
              </a:ext>
            </a:extLst>
          </p:cNvPr>
          <p:cNvSpPr>
            <a:spLocks xmlns:a="http://schemas.openxmlformats.org/drawingml/2006/main" noGrp="1"/>
          </p:cNvSpPr>
          <p:nvPr/>
        </p:nvSpPr>
        <p:spPr>
          <a:xfrm xmlns:a="http://schemas.openxmlformats.org/drawingml/2006/main">
            <a:off x="301752" y="3280836"/>
            <a:ext cx="64008" cy="11082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7" name="ANUARIO_LETRA_FONDO">
            <a:extLst xmlns:a="http://schemas.openxmlformats.org/drawingml/2006/main">
              <a:ext uri="{FF2B5EF4-FFF2-40B4-BE49-F238E27FC236}">
                <a16:creationId xmlns:a16="http://schemas.microsoft.com/office/drawing/2014/main" id="{AA6CEB90-E0B5-4BC8-B7C8-B2852A3888F5}"/>
              </a:ext>
            </a:extLst>
          </p:cNvPr>
          <p:cNvSpPr>
            <a:spLocks xmlns:a="http://schemas.openxmlformats.org/drawingml/2006/main" noGrp="1"/>
          </p:cNvSpPr>
          <p:nvPr/>
        </p:nvSpPr>
        <p:spPr>
          <a:xfrm xmlns:a="http://schemas.openxmlformats.org/drawingml/2006/main">
            <a:off x="466344" y="3280836"/>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38" name="ANUARIO_LETRA">
            <a:extLst xmlns:a="http://schemas.openxmlformats.org/drawingml/2006/main">
              <a:ext uri="{FF2B5EF4-FFF2-40B4-BE49-F238E27FC236}">
                <a16:creationId xmlns:a16="http://schemas.microsoft.com/office/drawing/2014/main" id="{FF9745E2-F069-4D59-B774-878B0CA18CF1}"/>
              </a:ext>
            </a:extLst>
          </p:cNvPr>
          <p:cNvSpPr>
            <a:spLocks xmlns:a="http://schemas.openxmlformats.org/drawingml/2006/main" noGrp="1"/>
          </p:cNvSpPr>
          <p:nvPr/>
        </p:nvSpPr>
        <p:spPr>
          <a:xfrm xmlns:a="http://schemas.openxmlformats.org/drawingml/2006/main">
            <a:off x="466344" y="3299124"/>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a:t>
            </a:r>
          </a:p>
        </p:txBody>
      </p:sp>
      <p:sp>
        <p:nvSpPr>
          <p:cNvPr id="39" name="ANUARIO_CONTENIDO_0_1_0">
            <a:extLst xmlns:a="http://schemas.openxmlformats.org/drawingml/2006/main">
              <a:ext uri="{FF2B5EF4-FFF2-40B4-BE49-F238E27FC236}">
                <a16:creationId xmlns:a16="http://schemas.microsoft.com/office/drawing/2014/main" id="{DBE4FE9E-3A5A-4743-A3E4-780CF7DDC265}"/>
              </a:ext>
            </a:extLst>
          </p:cNvPr>
          <p:cNvSpPr>
            <a:spLocks xmlns:a="http://schemas.openxmlformats.org/drawingml/2006/main" noGrp="1"/>
          </p:cNvSpPr>
          <p:nvPr/>
        </p:nvSpPr>
        <p:spPr>
          <a:xfrm xmlns:a="http://schemas.openxmlformats.org/drawingml/2006/main">
            <a:off x="466344" y="35185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etiqueta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Nielsen</a:t>
            </a:r>
            <a:r>
              <a:rPr sz="650" b="0" i="0">
                <a:solidFill>
                  <a:srgbClr val="24383A"/>
                </a:solidFill>
                <a:latin typeface="DejaVu Sans"/>
                <a:ea typeface="DejaVu Sans"/>
                <a:cs typeface="DejaVu Sans"/>
              </a:rPr>
              <a:t> </a:t>
            </a:r>
          </a:p>
        </p:txBody>
      </p:sp>
      <p:sp>
        <p:nvSpPr>
          <p:cNvPr id="40" name="ANUARIO_CONTENIDO_0_1_1">
            <a:extLst xmlns:a="http://schemas.openxmlformats.org/drawingml/2006/main">
              <a:ext uri="{FF2B5EF4-FFF2-40B4-BE49-F238E27FC236}">
                <a16:creationId xmlns:a16="http://schemas.microsoft.com/office/drawing/2014/main" id="{AB82C973-348A-48D2-A046-DBDB7498E34D}"/>
              </a:ext>
            </a:extLst>
          </p:cNvPr>
          <p:cNvSpPr>
            <a:spLocks xmlns:a="http://schemas.openxmlformats.org/drawingml/2006/main" noGrp="1"/>
          </p:cNvSpPr>
          <p:nvPr/>
        </p:nvSpPr>
        <p:spPr>
          <a:xfrm xmlns:a="http://schemas.openxmlformats.org/drawingml/2006/main">
            <a:off x="466344" y="36110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IBOPE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clasificar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p>
        </p:txBody>
      </p:sp>
      <p:sp>
        <p:nvSpPr>
          <p:cNvPr id="41" name="ANUARIO_CONTENIDO_0_1_2">
            <a:extLst xmlns:a="http://schemas.openxmlformats.org/drawingml/2006/main">
              <a:ext uri="{FF2B5EF4-FFF2-40B4-BE49-F238E27FC236}">
                <a16:creationId xmlns:a16="http://schemas.microsoft.com/office/drawing/2014/main" id="{1EFD17B4-35BA-4252-8FD2-4532D2BB49AA}"/>
              </a:ext>
            </a:extLst>
          </p:cNvPr>
          <p:cNvSpPr>
            <a:spLocks xmlns:a="http://schemas.openxmlformats.org/drawingml/2006/main" noGrp="1"/>
          </p:cNvSpPr>
          <p:nvPr/>
        </p:nvSpPr>
        <p:spPr>
          <a:xfrm xmlns:a="http://schemas.openxmlformats.org/drawingml/2006/main">
            <a:off x="466344" y="37288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Gobierno: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LFTR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ordena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electrónicos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transmisión</a:t>
            </a:r>
            <a:r>
              <a:rPr sz="650" b="0" i="0">
                <a:solidFill>
                  <a:srgbClr val="24383A"/>
                </a:solidFill>
                <a:latin typeface="DejaVu Sans"/>
                <a:ea typeface="DejaVu Sans"/>
                <a:cs typeface="DejaVu Sans"/>
              </a:rPr>
              <a:t> </a:t>
            </a:r>
          </a:p>
        </p:txBody>
      </p:sp>
      <p:sp>
        <p:nvSpPr>
          <p:cNvPr id="42" name="ANUARIO_CONTENIDO_0_1_3">
            <a:extLst xmlns:a="http://schemas.openxmlformats.org/drawingml/2006/main">
              <a:ext uri="{FF2B5EF4-FFF2-40B4-BE49-F238E27FC236}">
                <a16:creationId xmlns:a16="http://schemas.microsoft.com/office/drawing/2014/main" id="{9143D28C-86F0-4FF5-A0C6-0BB84F65EB8B}"/>
              </a:ext>
            </a:extLst>
          </p:cNvPr>
          <p:cNvSpPr>
            <a:spLocks xmlns:a="http://schemas.openxmlformats.org/drawingml/2006/main" noGrp="1"/>
          </p:cNvSpPr>
          <p:nvPr/>
        </p:nvSpPr>
        <p:spPr>
          <a:xfrm xmlns:a="http://schemas.openxmlformats.org/drawingml/2006/main">
            <a:off x="466344" y="38213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gratuita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diaria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30</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p>
        </p:txBody>
      </p:sp>
      <p:sp>
        <p:nvSpPr>
          <p:cNvPr id="43" name="ANUARIO_CONTENIDO_0_1_4">
            <a:extLst xmlns:a="http://schemas.openxmlformats.org/drawingml/2006/main">
              <a:ext uri="{FF2B5EF4-FFF2-40B4-BE49-F238E27FC236}">
                <a16:creationId xmlns:a16="http://schemas.microsoft.com/office/drawing/2014/main" id="{A8D772EB-6793-4626-A915-73AA784EF612}"/>
              </a:ext>
            </a:extLst>
          </p:cNvPr>
          <p:cNvSpPr>
            <a:spLocks xmlns:a="http://schemas.openxmlformats.org/drawingml/2006/main" noGrp="1"/>
          </p:cNvSpPr>
          <p:nvPr/>
        </p:nvSpPr>
        <p:spPr>
          <a:xfrm xmlns:a="http://schemas.openxmlformats.org/drawingml/2006/main">
            <a:off x="466344" y="39138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dedicados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difundir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educativos,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culturales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orientación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Todas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44" name="ANUARIO_CONTENIDO_0_1_5">
            <a:extLst xmlns:a="http://schemas.openxmlformats.org/drawingml/2006/main">
              <a:ext uri="{FF2B5EF4-FFF2-40B4-BE49-F238E27FC236}">
                <a16:creationId xmlns:a16="http://schemas.microsoft.com/office/drawing/2014/main" id="{70238828-5B92-4726-9D3C-476AC4C55FD3}"/>
              </a:ext>
            </a:extLst>
          </p:cNvPr>
          <p:cNvSpPr>
            <a:spLocks xmlns:a="http://schemas.openxmlformats.org/drawingml/2006/main" noGrp="1"/>
          </p:cNvSpPr>
          <p:nvPr/>
        </p:nvSpPr>
        <p:spPr>
          <a:xfrm xmlns:a="http://schemas.openxmlformats.org/drawingml/2006/main">
            <a:off x="466344" y="40062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obligadas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encadenarse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45" name="ANUARIO_CONTENIDO_0_1_6">
            <a:extLst xmlns:a="http://schemas.openxmlformats.org/drawingml/2006/main">
              <a:ext uri="{FF2B5EF4-FFF2-40B4-BE49-F238E27FC236}">
                <a16:creationId xmlns:a16="http://schemas.microsoft.com/office/drawing/2014/main" id="{8A64043B-7673-41FA-B484-1E55D746EE53}"/>
              </a:ext>
            </a:extLst>
          </p:cNvPr>
          <p:cNvSpPr>
            <a:spLocks xmlns:a="http://schemas.openxmlformats.org/drawingml/2006/main" noGrp="1"/>
          </p:cNvSpPr>
          <p:nvPr/>
        </p:nvSpPr>
        <p:spPr>
          <a:xfrm xmlns:a="http://schemas.openxmlformats.org/drawingml/2006/main">
            <a:off x="466344" y="40987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trascendencia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juicio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Secretaría</a:t>
            </a:r>
            <a:r>
              <a:rPr sz="650" b="0" i="0">
                <a:solidFill>
                  <a:srgbClr val="24383A"/>
                </a:solidFill>
                <a:latin typeface="DejaVu Sans"/>
                <a:ea typeface="DejaVu Sans"/>
                <a:cs typeface="DejaVu Sans"/>
              </a:rPr>
              <a:t> </a:t>
            </a:r>
          </a:p>
        </p:txBody>
      </p:sp>
      <p:sp>
        <p:nvSpPr>
          <p:cNvPr id="46" name="ANUARIO_CONTENIDO_0_1_7">
            <a:extLst xmlns:a="http://schemas.openxmlformats.org/drawingml/2006/main">
              <a:ext uri="{FF2B5EF4-FFF2-40B4-BE49-F238E27FC236}">
                <a16:creationId xmlns:a16="http://schemas.microsoft.com/office/drawing/2014/main" id="{B2E0B6D7-DBF9-48DF-A39E-A45FD79F8ED9}"/>
              </a:ext>
            </a:extLst>
          </p:cNvPr>
          <p:cNvSpPr>
            <a:spLocks xmlns:a="http://schemas.openxmlformats.org/drawingml/2006/main" noGrp="1"/>
          </p:cNvSpPr>
          <p:nvPr/>
        </p:nvSpPr>
        <p:spPr>
          <a:xfrm xmlns:a="http://schemas.openxmlformats.org/drawingml/2006/main">
            <a:off x="466344" y="41911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Gobernación.</a:t>
            </a:r>
          </a:p>
        </p:txBody>
      </p:sp>
      <p:sp>
        <p:nvSpPr>
          <p:cNvPr id="47" name="ANUARIO_ANEXO_P122_DESIGN_2026">
            <a:extLst xmlns:a="http://schemas.openxmlformats.org/drawingml/2006/main">
              <a:ext uri="{FF2B5EF4-FFF2-40B4-BE49-F238E27FC236}">
                <a16:creationId xmlns:a16="http://schemas.microsoft.com/office/drawing/2014/main" id="{5EE6CAA8-70B1-4744-9F50-7C2A63A1BE39}"/>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48" name="ANUARIO_ACENTO">
            <a:extLst xmlns:a="http://schemas.openxmlformats.org/drawingml/2006/main">
              <a:ext uri="{FF2B5EF4-FFF2-40B4-BE49-F238E27FC236}">
                <a16:creationId xmlns:a16="http://schemas.microsoft.com/office/drawing/2014/main" id="{D63E11B6-1709-4B24-ABD4-139F10CAECB4}"/>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9" name="ANUARIO_LETRA_FONDO">
            <a:extLst xmlns:a="http://schemas.openxmlformats.org/drawingml/2006/main">
              <a:ext uri="{FF2B5EF4-FFF2-40B4-BE49-F238E27FC236}">
                <a16:creationId xmlns:a16="http://schemas.microsoft.com/office/drawing/2014/main" id="{61F6D5B9-6D0C-447A-9EE6-34154B5716CE}"/>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50" name="ANUARIO_LETRA">
            <a:extLst xmlns:a="http://schemas.openxmlformats.org/drawingml/2006/main">
              <a:ext uri="{FF2B5EF4-FFF2-40B4-BE49-F238E27FC236}">
                <a16:creationId xmlns:a16="http://schemas.microsoft.com/office/drawing/2014/main" id="{64F60DA7-390C-4FDC-880F-E19A9AD0CCFE}"/>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I</a:t>
            </a:r>
          </a:p>
        </p:txBody>
      </p:sp>
      <p:sp>
        <p:nvSpPr>
          <p:cNvPr id="51" name="ANUARIO_CONTENIDO_1_0_0">
            <a:extLst xmlns:a="http://schemas.openxmlformats.org/drawingml/2006/main">
              <a:ext uri="{FF2B5EF4-FFF2-40B4-BE49-F238E27FC236}">
                <a16:creationId xmlns:a16="http://schemas.microsoft.com/office/drawing/2014/main" id="{3D9CF672-B820-473C-946D-5A93D0269685}"/>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Herfindahl-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Hirschman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52" name="ANUARIO_CONTENIDO_1_0_1">
            <a:extLst xmlns:a="http://schemas.openxmlformats.org/drawingml/2006/main">
              <a:ext uri="{FF2B5EF4-FFF2-40B4-BE49-F238E27FC236}">
                <a16:creationId xmlns:a16="http://schemas.microsoft.com/office/drawing/2014/main" id="{1630D686-95DC-4299-A384-2431CD2CF544}"/>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relevantes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relacionados.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53" name="ANUARIO_CONTENIDO_1_0_2">
            <a:extLst xmlns:a="http://schemas.openxmlformats.org/drawingml/2006/main">
              <a:ext uri="{FF2B5EF4-FFF2-40B4-BE49-F238E27FC236}">
                <a16:creationId xmlns:a16="http://schemas.microsoft.com/office/drawing/2014/main" id="{07612933-7F02-4683-943A-44762381F437}"/>
              </a:ext>
            </a:extLst>
          </p:cNvPr>
          <p:cNvSpPr>
            <a:spLocks xmlns:a="http://schemas.openxmlformats.org/drawingml/2006/main" noGrp="1"/>
          </p:cNvSpPr>
          <p:nvPr/>
        </p:nvSpPr>
        <p:spPr>
          <a:xfrm xmlns:a="http://schemas.openxmlformats.org/drawingml/2006/main">
            <a:off x="4828032"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aumenta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disminuye.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54" name="ANUARIO_CONTENIDO_1_0_3">
            <a:extLst xmlns:a="http://schemas.openxmlformats.org/drawingml/2006/main">
              <a:ext uri="{FF2B5EF4-FFF2-40B4-BE49-F238E27FC236}">
                <a16:creationId xmlns:a16="http://schemas.microsoft.com/office/drawing/2014/main" id="{612FCBF9-A788-4969-AAAA-E3DD5F02089F}"/>
              </a:ext>
            </a:extLst>
          </p:cNvPr>
          <p:cNvSpPr>
            <a:spLocks xmlns:a="http://schemas.openxmlformats.org/drawingml/2006/main" noGrp="1"/>
          </p:cNvSpPr>
          <p:nvPr/>
        </p:nvSpPr>
        <p:spPr>
          <a:xfrm xmlns:a="http://schemas.openxmlformats.org/drawingml/2006/main">
            <a:off x="4828032" y="11551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cualquier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adquisición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completa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reflejada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55" name="ANUARIO_CONTENIDO_1_0_4">
            <a:extLst xmlns:a="http://schemas.openxmlformats.org/drawingml/2006/main">
              <a:ext uri="{FF2B5EF4-FFF2-40B4-BE49-F238E27FC236}">
                <a16:creationId xmlns:a16="http://schemas.microsoft.com/office/drawing/2014/main" id="{13C24D4E-AB01-4CD5-A2CD-D5F00ED0C06A}"/>
              </a:ext>
            </a:extLst>
          </p:cNvPr>
          <p:cNvSpPr>
            <a:spLocks xmlns:a="http://schemas.openxmlformats.org/drawingml/2006/main" noGrp="1"/>
          </p:cNvSpPr>
          <p:nvPr/>
        </p:nvSpPr>
        <p:spPr>
          <a:xfrm xmlns:a="http://schemas.openxmlformats.org/drawingml/2006/main">
            <a:off x="4828032" y="12476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pequeño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56" name="ANUARIO_CONTENIDO_1_0_5">
            <a:extLst xmlns:a="http://schemas.openxmlformats.org/drawingml/2006/main">
              <a:ext uri="{FF2B5EF4-FFF2-40B4-BE49-F238E27FC236}">
                <a16:creationId xmlns:a16="http://schemas.microsoft.com/office/drawing/2014/main" id="{8D8B638B-3BC1-4DEA-9B70-603824FF4C54}"/>
              </a:ext>
            </a:extLst>
          </p:cNvPr>
          <p:cNvSpPr>
            <a:spLocks xmlns:a="http://schemas.openxmlformats.org/drawingml/2006/main" noGrp="1"/>
          </p:cNvSpPr>
          <p:nvPr/>
        </p:nvSpPr>
        <p:spPr>
          <a:xfrm xmlns:a="http://schemas.openxmlformats.org/drawingml/2006/main">
            <a:off x="4828032" y="13401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probable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p>
        </p:txBody>
      </p:sp>
      <p:sp>
        <p:nvSpPr>
          <p:cNvPr id="57" name="ANUARIO_CONTENIDO_1_0_6">
            <a:extLst xmlns:a="http://schemas.openxmlformats.org/drawingml/2006/main">
              <a:ext uri="{FF2B5EF4-FFF2-40B4-BE49-F238E27FC236}">
                <a16:creationId xmlns:a16="http://schemas.microsoft.com/office/drawing/2014/main" id="{3155C03A-4E56-45C3-B1C4-E44466E63232}"/>
              </a:ext>
            </a:extLst>
          </p:cNvPr>
          <p:cNvSpPr>
            <a:spLocks xmlns:a="http://schemas.openxmlformats.org/drawingml/2006/main" noGrp="1"/>
          </p:cNvSpPr>
          <p:nvPr/>
        </p:nvSpPr>
        <p:spPr>
          <a:xfrm xmlns:a="http://schemas.openxmlformats.org/drawingml/2006/main">
            <a:off x="4828032" y="14325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modifiquen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condiciones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competencia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resto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58" name="ANUARIO_CONTENIDO_1_0_7">
            <a:extLst xmlns:a="http://schemas.openxmlformats.org/drawingml/2006/main">
              <a:ext uri="{FF2B5EF4-FFF2-40B4-BE49-F238E27FC236}">
                <a16:creationId xmlns:a16="http://schemas.microsoft.com/office/drawing/2014/main" id="{2EBCCCFC-B509-446C-978A-C58D3309B5C6}"/>
              </a:ext>
            </a:extLst>
          </p:cNvPr>
          <p:cNvSpPr>
            <a:spLocks xmlns:a="http://schemas.openxmlformats.org/drawingml/2006/main" noGrp="1"/>
          </p:cNvSpPr>
          <p:nvPr/>
        </p:nvSpPr>
        <p:spPr>
          <a:xfrm xmlns:a="http://schemas.openxmlformats.org/drawingml/2006/main">
            <a:off x="4828032" y="15250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conforme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IFT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ACUERDO</a:t>
            </a:r>
            <a:r>
              <a:rPr sz="650" b="0" i="0">
                <a:solidFill>
                  <a:srgbClr val="24383A"/>
                </a:solidFill>
                <a:latin typeface="DejaVu Sans"/>
                <a:ea typeface="DejaVu Sans"/>
                <a:cs typeface="DejaVu Sans"/>
              </a:rPr>
              <a:t> </a:t>
            </a:r>
          </a:p>
        </p:txBody>
      </p:sp>
      <p:sp>
        <p:nvSpPr>
          <p:cNvPr id="59" name="ANUARIO_CONTENIDO_1_0_8">
            <a:extLst xmlns:a="http://schemas.openxmlformats.org/drawingml/2006/main">
              <a:ext uri="{FF2B5EF4-FFF2-40B4-BE49-F238E27FC236}">
                <a16:creationId xmlns:a16="http://schemas.microsoft.com/office/drawing/2014/main" id="{19884A5C-AAFA-4212-AA48-8B53493B38C9}"/>
              </a:ext>
            </a:extLst>
          </p:cNvPr>
          <p:cNvSpPr>
            <a:spLocks xmlns:a="http://schemas.openxmlformats.org/drawingml/2006/main" noGrp="1"/>
          </p:cNvSpPr>
          <p:nvPr/>
        </p:nvSpPr>
        <p:spPr>
          <a:xfrm xmlns:a="http://schemas.openxmlformats.org/drawingml/2006/main">
            <a:off x="4828032" y="16174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PLENO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INSTITUTO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FEDERAL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60" name="ANUARIO_CONTENIDO_1_0_9">
            <a:extLst xmlns:a="http://schemas.openxmlformats.org/drawingml/2006/main">
              <a:ext uri="{FF2B5EF4-FFF2-40B4-BE49-F238E27FC236}">
                <a16:creationId xmlns:a16="http://schemas.microsoft.com/office/drawing/2014/main" id="{14625262-06E7-4629-A8AA-FC473D3FDAA9}"/>
              </a:ext>
            </a:extLst>
          </p:cNvPr>
          <p:cNvSpPr>
            <a:spLocks xmlns:a="http://schemas.openxmlformats.org/drawingml/2006/main" noGrp="1"/>
          </p:cNvSpPr>
          <p:nvPr/>
        </p:nvSpPr>
        <p:spPr>
          <a:xfrm xmlns:a="http://schemas.openxmlformats.org/drawingml/2006/main">
            <a:off x="4828032" y="17099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CRITERIO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TÉCNICO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CÁLCULO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APLICACIÓN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p>
        </p:txBody>
      </p:sp>
      <p:sp>
        <p:nvSpPr>
          <p:cNvPr id="61" name="ANUARIO_CONTENIDO_1_0_10">
            <a:extLst xmlns:a="http://schemas.openxmlformats.org/drawingml/2006/main">
              <a:ext uri="{FF2B5EF4-FFF2-40B4-BE49-F238E27FC236}">
                <a16:creationId xmlns:a16="http://schemas.microsoft.com/office/drawing/2014/main" id="{4E4E707A-A932-425A-87B0-1D63FCBC90E2}"/>
              </a:ext>
            </a:extLst>
          </p:cNvPr>
          <p:cNvSpPr>
            <a:spLocks xmlns:a="http://schemas.openxmlformats.org/drawingml/2006/main" noGrp="1"/>
          </p:cNvSpPr>
          <p:nvPr/>
        </p:nvSpPr>
        <p:spPr>
          <a:xfrm xmlns:a="http://schemas.openxmlformats.org/drawingml/2006/main">
            <a:off x="4828032" y="18023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CUANTITATIVO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CONCENTRACIÓN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p>
        </p:txBody>
      </p:sp>
      <p:sp>
        <p:nvSpPr>
          <p:cNvPr id="62" name="ANUARIO_CONTENIDO_1_0_11">
            <a:extLst xmlns:a="http://schemas.openxmlformats.org/drawingml/2006/main">
              <a:ext uri="{FF2B5EF4-FFF2-40B4-BE49-F238E27FC236}">
                <a16:creationId xmlns:a16="http://schemas.microsoft.com/office/drawing/2014/main" id="{C2CE1B92-74A6-48B6-80A2-8974E6FF66CD}"/>
              </a:ext>
            </a:extLst>
          </p:cNvPr>
          <p:cNvSpPr>
            <a:spLocks xmlns:a="http://schemas.openxmlformats.org/drawingml/2006/main" noGrp="1"/>
          </p:cNvSpPr>
          <p:nvPr/>
        </p:nvSpPr>
        <p:spPr>
          <a:xfrm xmlns:a="http://schemas.openxmlformats.org/drawingml/2006/main">
            <a:off x="4828032" y="18948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CORRESPONDIENTES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63" name="ANUARIO_CONTENIDO_1_0_12">
            <a:extLst xmlns:a="http://schemas.openxmlformats.org/drawingml/2006/main">
              <a:ext uri="{FF2B5EF4-FFF2-40B4-BE49-F238E27FC236}">
                <a16:creationId xmlns:a16="http://schemas.microsoft.com/office/drawing/2014/main" id="{107C2D02-172F-4BA1-878F-C9266C95398B}"/>
              </a:ext>
            </a:extLst>
          </p:cNvPr>
          <p:cNvSpPr>
            <a:spLocks xmlns:a="http://schemas.openxmlformats.org/drawingml/2006/main" noGrp="1"/>
          </p:cNvSpPr>
          <p:nvPr/>
        </p:nvSpPr>
        <p:spPr>
          <a:xfrm xmlns:a="http://schemas.openxmlformats.org/drawingml/2006/main">
            <a:off x="4828032" y="19872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RADIODIFUSIÓN.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https://www.dof.gob.</a:t>
            </a:r>
            <a:r>
              <a:rPr sz="650" b="0" i="0">
                <a:solidFill>
                  <a:srgbClr val="24383A"/>
                </a:solidFill>
                <a:latin typeface="DejaVu Sans"/>
                <a:ea typeface="DejaVu Sans"/>
                <a:cs typeface="DejaVu Sans"/>
              </a:rPr>
              <a:t> </a:t>
            </a:r>
          </a:p>
        </p:txBody>
      </p:sp>
      <p:sp>
        <p:nvSpPr>
          <p:cNvPr id="64" name="ANUARIO_CONTENIDO_1_0_13">
            <a:extLst xmlns:a="http://schemas.openxmlformats.org/drawingml/2006/main">
              <a:ext uri="{FF2B5EF4-FFF2-40B4-BE49-F238E27FC236}">
                <a16:creationId xmlns:a16="http://schemas.microsoft.com/office/drawing/2014/main" id="{9B540F80-A2F6-41B1-B1C5-BC1B5930E903}"/>
              </a:ext>
            </a:extLst>
          </p:cNvPr>
          <p:cNvSpPr>
            <a:spLocks xmlns:a="http://schemas.openxmlformats.org/drawingml/2006/main" noGrp="1"/>
          </p:cNvSpPr>
          <p:nvPr/>
        </p:nvSpPr>
        <p:spPr>
          <a:xfrm xmlns:a="http://schemas.openxmlformats.org/drawingml/2006/main">
            <a:off x="4828032" y="20797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mx/nota_detalle.php?codigo=5645045&amp;fecha=09/03/2022#gsc.tab=0</a:t>
            </a:r>
            <a:r>
              <a:rPr sz="650" b="0" i="0">
                <a:solidFill>
                  <a:srgbClr val="24383A"/>
                </a:solidFill>
                <a:latin typeface="DejaVu Sans"/>
                <a:ea typeface="DejaVu Sans"/>
                <a:cs typeface="DejaVu Sans"/>
              </a:rPr>
              <a:t>.</a:t>
            </a:r>
          </a:p>
        </p:txBody>
      </p:sp>
      <p:sp>
        <p:nvSpPr>
          <p:cNvPr id="65" name="ANUARIO_CONTENIDO_1_0_14">
            <a:extLst xmlns:a="http://schemas.openxmlformats.org/drawingml/2006/main">
              <a:ext uri="{FF2B5EF4-FFF2-40B4-BE49-F238E27FC236}">
                <a16:creationId xmlns:a16="http://schemas.microsoft.com/office/drawing/2014/main" id="{52554E27-046F-44B1-BB30-5F51F2050E34}"/>
              </a:ext>
            </a:extLst>
          </p:cNvPr>
          <p:cNvSpPr>
            <a:spLocks xmlns:a="http://schemas.openxmlformats.org/drawingml/2006/main" noGrp="1"/>
          </p:cNvSpPr>
          <p:nvPr/>
        </p:nvSpPr>
        <p:spPr>
          <a:xfrm xmlns:a="http://schemas.openxmlformats.org/drawingml/2006/main">
            <a:off x="4828032" y="21976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Precios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Consumidor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finalidad</a:t>
            </a:r>
            <a:r>
              <a:rPr sz="650" b="0" i="0">
                <a:solidFill>
                  <a:srgbClr val="24383A"/>
                </a:solidFill>
                <a:latin typeface="DejaVu Sans"/>
                <a:ea typeface="DejaVu Sans"/>
                <a:cs typeface="DejaVu Sans"/>
              </a:rPr>
              <a:t> </a:t>
            </a:r>
          </a:p>
        </p:txBody>
      </p:sp>
      <p:sp>
        <p:nvSpPr>
          <p:cNvPr id="66" name="ANUARIO_CONTENIDO_1_0_15">
            <a:extLst xmlns:a="http://schemas.openxmlformats.org/drawingml/2006/main">
              <a:ext uri="{FF2B5EF4-FFF2-40B4-BE49-F238E27FC236}">
                <a16:creationId xmlns:a16="http://schemas.microsoft.com/office/drawing/2014/main" id="{89E0B928-2A1C-4090-9534-3FFF7E8D632A}"/>
              </a:ext>
            </a:extLst>
          </p:cNvPr>
          <p:cNvSpPr>
            <a:spLocks xmlns:a="http://schemas.openxmlformats.org/drawingml/2006/main" noGrp="1"/>
          </p:cNvSpPr>
          <p:nvPr/>
        </p:nvSpPr>
        <p:spPr>
          <a:xfrm xmlns:a="http://schemas.openxmlformats.org/drawingml/2006/main">
            <a:off x="4828032" y="22900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fija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p>
        </p:txBody>
      </p:sp>
      <p:sp>
        <p:nvSpPr>
          <p:cNvPr id="67" name="ANUARIO_CONTENIDO_1_0_16">
            <a:extLst xmlns:a="http://schemas.openxmlformats.org/drawingml/2006/main">
              <a:ext uri="{FF2B5EF4-FFF2-40B4-BE49-F238E27FC236}">
                <a16:creationId xmlns:a16="http://schemas.microsoft.com/office/drawing/2014/main" id="{4AF90D88-827D-4600-85DA-DB32C43AE1CA}"/>
              </a:ext>
            </a:extLst>
          </p:cNvPr>
          <p:cNvSpPr>
            <a:spLocks xmlns:a="http://schemas.openxmlformats.org/drawingml/2006/main" noGrp="1"/>
          </p:cNvSpPr>
          <p:nvPr/>
        </p:nvSpPr>
        <p:spPr>
          <a:xfrm xmlns:a="http://schemas.openxmlformats.org/drawingml/2006/main">
            <a:off x="4828032" y="23825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representativa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estudio</a:t>
            </a:r>
            <a:r>
              <a:rPr sz="650" b="0" i="0">
                <a:solidFill>
                  <a:srgbClr val="24383A"/>
                </a:solidFill>
                <a:latin typeface="DejaVu Sans"/>
                <a:ea typeface="DejaVu Sans"/>
                <a:cs typeface="DejaVu Sans"/>
              </a:rPr>
              <a:t> </a:t>
            </a:r>
          </a:p>
        </p:txBody>
      </p:sp>
      <p:sp>
        <p:nvSpPr>
          <p:cNvPr id="68" name="ANUARIO_CONTENIDO_1_0_17">
            <a:extLst xmlns:a="http://schemas.openxmlformats.org/drawingml/2006/main">
              <a:ext uri="{FF2B5EF4-FFF2-40B4-BE49-F238E27FC236}">
                <a16:creationId xmlns:a16="http://schemas.microsoft.com/office/drawing/2014/main" id="{4CCC57CA-DD80-45BB-B3D1-9207A6EB743A}"/>
              </a:ext>
            </a:extLst>
          </p:cNvPr>
          <p:cNvSpPr>
            <a:spLocks xmlns:a="http://schemas.openxmlformats.org/drawingml/2006/main" noGrp="1"/>
          </p:cNvSpPr>
          <p:nvPr/>
        </p:nvSpPr>
        <p:spPr>
          <a:xfrm xmlns:a="http://schemas.openxmlformats.org/drawingml/2006/main">
            <a:off x="4828032" y="24749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diciembre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2013.</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ponderadores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0_18">
            <a:extLst xmlns:a="http://schemas.openxmlformats.org/drawingml/2006/main">
              <a:ext uri="{FF2B5EF4-FFF2-40B4-BE49-F238E27FC236}">
                <a16:creationId xmlns:a16="http://schemas.microsoft.com/office/drawing/2014/main" id="{02DAD0A0-2257-402C-84E1-D714B64D8D82}"/>
              </a:ext>
            </a:extLst>
          </p:cNvPr>
          <p:cNvSpPr>
            <a:spLocks xmlns:a="http://schemas.openxmlformats.org/drawingml/2006/main" noGrp="1"/>
          </p:cNvSpPr>
          <p:nvPr/>
        </p:nvSpPr>
        <p:spPr>
          <a:xfrm xmlns:a="http://schemas.openxmlformats.org/drawingml/2006/main">
            <a:off x="4828032" y="25674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dentro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0" name="ANUARIO_CONTENIDO_1_0_19">
            <a:extLst xmlns:a="http://schemas.openxmlformats.org/drawingml/2006/main">
              <a:ext uri="{FF2B5EF4-FFF2-40B4-BE49-F238E27FC236}">
                <a16:creationId xmlns:a16="http://schemas.microsoft.com/office/drawing/2014/main" id="{45BFD782-9DCC-4E5F-8132-B87CDB310CF4}"/>
              </a:ext>
            </a:extLst>
          </p:cNvPr>
          <p:cNvSpPr>
            <a:spLocks xmlns:a="http://schemas.openxmlformats.org/drawingml/2006/main" noGrp="1"/>
          </p:cNvSpPr>
          <p:nvPr/>
        </p:nvSpPr>
        <p:spPr>
          <a:xfrm xmlns:a="http://schemas.openxmlformats.org/drawingml/2006/main">
            <a:off x="4828032" y="26598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consultar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Anexo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III.</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Metodologías.</a:t>
            </a:r>
          </a:p>
        </p:txBody>
      </p:sp>
      <p:sp>
        <p:nvSpPr>
          <p:cNvPr id="71" name="ANUARIO_CONTENIDO_1_0_20">
            <a:extLst xmlns:a="http://schemas.openxmlformats.org/drawingml/2006/main">
              <a:ext uri="{FF2B5EF4-FFF2-40B4-BE49-F238E27FC236}">
                <a16:creationId xmlns:a16="http://schemas.microsoft.com/office/drawing/2014/main" id="{416BC9A8-90FF-40EB-8E79-05566DDFBC65}"/>
              </a:ext>
            </a:extLst>
          </p:cNvPr>
          <p:cNvSpPr>
            <a:spLocks xmlns:a="http://schemas.openxmlformats.org/drawingml/2006/main" noGrp="1"/>
          </p:cNvSpPr>
          <p:nvPr/>
        </p:nvSpPr>
        <p:spPr>
          <a:xfrm xmlns:a="http://schemas.openxmlformats.org/drawingml/2006/main">
            <a:off x="4828032" y="27777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Infantil: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enfocados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directamente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72" name="ANUARIO_CONTENIDO_1_0_21">
            <a:extLst xmlns:a="http://schemas.openxmlformats.org/drawingml/2006/main">
              <a:ext uri="{FF2B5EF4-FFF2-40B4-BE49-F238E27FC236}">
                <a16:creationId xmlns:a16="http://schemas.microsoft.com/office/drawing/2014/main" id="{04A7F47E-F868-4832-94D0-C1079E52A3FE}"/>
              </a:ext>
            </a:extLst>
          </p:cNvPr>
          <p:cNvSpPr>
            <a:spLocks xmlns:a="http://schemas.openxmlformats.org/drawingml/2006/main" noGrp="1"/>
          </p:cNvSpPr>
          <p:nvPr/>
        </p:nvSpPr>
        <p:spPr>
          <a:xfrm xmlns:a="http://schemas.openxmlformats.org/drawingml/2006/main">
            <a:off x="4828032" y="287020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adulto.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caricaturas,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73" name="ANUARIO_CONTENIDO_1_0_22">
            <a:extLst xmlns:a="http://schemas.openxmlformats.org/drawingml/2006/main">
              <a:ext uri="{FF2B5EF4-FFF2-40B4-BE49-F238E27FC236}">
                <a16:creationId xmlns:a16="http://schemas.microsoft.com/office/drawing/2014/main" id="{E7FC2C41-8381-41B2-941E-6EB573D382A4}"/>
              </a:ext>
            </a:extLst>
          </p:cNvPr>
          <p:cNvSpPr>
            <a:spLocks xmlns:a="http://schemas.openxmlformats.org/drawingml/2006/main" noGrp="1"/>
          </p:cNvSpPr>
          <p:nvPr/>
        </p:nvSpPr>
        <p:spPr>
          <a:xfrm xmlns:a="http://schemas.openxmlformats.org/drawingml/2006/main">
            <a:off x="4828032" y="296265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estructuran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lenguaje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sencillo,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función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0_23">
            <a:extLst xmlns:a="http://schemas.openxmlformats.org/drawingml/2006/main">
              <a:ext uri="{FF2B5EF4-FFF2-40B4-BE49-F238E27FC236}">
                <a16:creationId xmlns:a16="http://schemas.microsoft.com/office/drawing/2014/main" id="{B9B8DD07-DDB3-4104-BFF9-C00C46D8472B}"/>
              </a:ext>
            </a:extLst>
          </p:cNvPr>
          <p:cNvSpPr>
            <a:spLocks xmlns:a="http://schemas.openxmlformats.org/drawingml/2006/main" noGrp="1"/>
          </p:cNvSpPr>
          <p:nvPr/>
        </p:nvSpPr>
        <p:spPr>
          <a:xfrm xmlns:a="http://schemas.openxmlformats.org/drawingml/2006/main">
            <a:off x="4828032" y="305511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ocasiones,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lograr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5" name="ANUARIO_CONTENIDO_1_0_24">
            <a:extLst xmlns:a="http://schemas.openxmlformats.org/drawingml/2006/main">
              <a:ext uri="{FF2B5EF4-FFF2-40B4-BE49-F238E27FC236}">
                <a16:creationId xmlns:a16="http://schemas.microsoft.com/office/drawing/2014/main" id="{39D8CAC0-4387-4F1B-A86E-735C57C06DC6}"/>
              </a:ext>
            </a:extLst>
          </p:cNvPr>
          <p:cNvSpPr>
            <a:spLocks xmlns:a="http://schemas.openxmlformats.org/drawingml/2006/main" noGrp="1"/>
          </p:cNvSpPr>
          <p:nvPr/>
        </p:nvSpPr>
        <p:spPr>
          <a:xfrm xmlns:a="http://schemas.openxmlformats.org/drawingml/2006/main">
            <a:off x="4828032" y="31475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mayor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identificación.</a:t>
            </a:r>
          </a:p>
        </p:txBody>
      </p:sp>
      <p:sp>
        <p:nvSpPr>
          <p:cNvPr id="76" name="ANUARIO_CONTENIDO_1_0_25">
            <a:extLst xmlns:a="http://schemas.openxmlformats.org/drawingml/2006/main">
              <a:ext uri="{FF2B5EF4-FFF2-40B4-BE49-F238E27FC236}">
                <a16:creationId xmlns:a16="http://schemas.microsoft.com/office/drawing/2014/main" id="{373B481E-2D1E-4A77-B412-E4B7390EAEE8}"/>
              </a:ext>
            </a:extLst>
          </p:cNvPr>
          <p:cNvSpPr>
            <a:spLocks xmlns:a="http://schemas.openxmlformats.org/drawingml/2006/main" noGrp="1"/>
          </p:cNvSpPr>
          <p:nvPr/>
        </p:nvSpPr>
        <p:spPr>
          <a:xfrm xmlns:a="http://schemas.openxmlformats.org/drawingml/2006/main">
            <a:off x="4828032" y="32654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p>
        </p:txBody>
      </p:sp>
      <p:sp>
        <p:nvSpPr>
          <p:cNvPr id="77" name="ANUARIO_CONTENIDO_1_0_26">
            <a:extLst xmlns:a="http://schemas.openxmlformats.org/drawingml/2006/main">
              <a:ext uri="{FF2B5EF4-FFF2-40B4-BE49-F238E27FC236}">
                <a16:creationId xmlns:a16="http://schemas.microsoft.com/office/drawing/2014/main" id="{3231210D-6EB3-4C63-88E9-D749E9220F76}"/>
              </a:ext>
            </a:extLst>
          </p:cNvPr>
          <p:cNvSpPr>
            <a:spLocks xmlns:a="http://schemas.openxmlformats.org/drawingml/2006/main" noGrp="1"/>
          </p:cNvSpPr>
          <p:nvPr/>
        </p:nvSpPr>
        <p:spPr>
          <a:xfrm xmlns:a="http://schemas.openxmlformats.org/drawingml/2006/main">
            <a:off x="4828032" y="33578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p>
        </p:txBody>
      </p:sp>
      <p:sp>
        <p:nvSpPr>
          <p:cNvPr id="78" name="ANUARIO_CONTENIDO_1_0_27">
            <a:extLst xmlns:a="http://schemas.openxmlformats.org/drawingml/2006/main">
              <a:ext uri="{FF2B5EF4-FFF2-40B4-BE49-F238E27FC236}">
                <a16:creationId xmlns:a16="http://schemas.microsoft.com/office/drawing/2014/main" id="{F70F5669-41BB-445E-9449-80112D208755}"/>
              </a:ext>
            </a:extLst>
          </p:cNvPr>
          <p:cNvSpPr>
            <a:spLocks xmlns:a="http://schemas.openxmlformats.org/drawingml/2006/main" noGrp="1"/>
          </p:cNvSpPr>
          <p:nvPr/>
        </p:nvSpPr>
        <p:spPr>
          <a:xfrm xmlns:a="http://schemas.openxmlformats.org/drawingml/2006/main">
            <a:off x="4828032" y="3475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1.</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79" name="ANUARIO_CONTENIDO_1_0_28">
            <a:extLst xmlns:a="http://schemas.openxmlformats.org/drawingml/2006/main">
              <a:ext uri="{FF2B5EF4-FFF2-40B4-BE49-F238E27FC236}">
                <a16:creationId xmlns:a16="http://schemas.microsoft.com/office/drawing/2014/main" id="{8E961128-5436-4DEC-BF03-5A22A7CC17FC}"/>
              </a:ext>
            </a:extLst>
          </p:cNvPr>
          <p:cNvSpPr>
            <a:spLocks xmlns:a="http://schemas.openxmlformats.org/drawingml/2006/main" noGrp="1"/>
          </p:cNvSpPr>
          <p:nvPr/>
        </p:nvSpPr>
        <p:spPr>
          <a:xfrm xmlns:a="http://schemas.openxmlformats.org/drawingml/2006/main">
            <a:off x="4828032" y="3593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2.</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instalación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mantenimiento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80" name="ANUARIO_CONTENIDO_1_0_29">
            <a:extLst xmlns:a="http://schemas.openxmlformats.org/drawingml/2006/main">
              <a:ext uri="{FF2B5EF4-FFF2-40B4-BE49-F238E27FC236}">
                <a16:creationId xmlns:a16="http://schemas.microsoft.com/office/drawing/2014/main" id="{BA3707B8-FD5B-46E7-A6AA-66DAA79B19B5}"/>
              </a:ext>
            </a:extLst>
          </p:cNvPr>
          <p:cNvSpPr>
            <a:spLocks xmlns:a="http://schemas.openxmlformats.org/drawingml/2006/main" noGrp="1"/>
          </p:cNvSpPr>
          <p:nvPr/>
        </p:nvSpPr>
        <p:spPr>
          <a:xfrm xmlns:a="http://schemas.openxmlformats.org/drawingml/2006/main">
            <a:off x="4828032" y="3686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81" name="ANUARIO_CONTENIDO_1_0_30">
            <a:extLst xmlns:a="http://schemas.openxmlformats.org/drawingml/2006/main">
              <a:ext uri="{FF2B5EF4-FFF2-40B4-BE49-F238E27FC236}">
                <a16:creationId xmlns:a16="http://schemas.microsoft.com/office/drawing/2014/main" id="{0F6BF5AC-84BA-4F5A-9AE4-A9F7DDC03632}"/>
              </a:ext>
            </a:extLst>
          </p:cNvPr>
          <p:cNvSpPr>
            <a:spLocks xmlns:a="http://schemas.openxmlformats.org/drawingml/2006/main" noGrp="1"/>
          </p:cNvSpPr>
          <p:nvPr/>
        </p:nvSpPr>
        <p:spPr>
          <a:xfrm xmlns:a="http://schemas.openxmlformats.org/drawingml/2006/main">
            <a:off x="4828032" y="38039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3.</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minoristas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pic>
        <p:nvPicPr>
          <p:cNvPr id="8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5"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9"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224622623"/>
      </p:ext>
    </p:extLst>
  </p:cSld>
</p:sld>
</file>

<file path=ppt/slides/slide122.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265122FF-3104-4551-BD31-3552EEE0FF2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6A683A15-33D8-46D3-B441-6B85AD5F548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122</a:t>
            </a:r>
          </a:p>
        </p:txBody>
      </p:sp>
      <p:sp>
        <p:nvSpPr>
          <p:cNvPr id="9" name="ANUARIO_EDICION">
            <a:extLst xmlns:a="http://schemas.openxmlformats.org/drawingml/2006/main">
              <a:ext uri="{FF2B5EF4-FFF2-40B4-BE49-F238E27FC236}">
                <a16:creationId xmlns:a16="http://schemas.microsoft.com/office/drawing/2014/main" id="{6625AFAD-CA33-44AD-83A7-84593EB8273E}"/>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3_DESIGN_2026">
            <a:extLst xmlns:a="http://schemas.openxmlformats.org/drawingml/2006/main">
              <a:ext uri="{FF2B5EF4-FFF2-40B4-BE49-F238E27FC236}">
                <a16:creationId xmlns:a16="http://schemas.microsoft.com/office/drawing/2014/main" id="{06263628-945A-45D7-891C-E1EB8717488D}"/>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FBEE744F-0061-45F1-A19E-6D5023E90496}"/>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6239DED-A592-4EFE-A438-28375615E3F5}"/>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 · continuación</a:t>
            </a:r>
          </a:p>
        </p:txBody>
      </p:sp>
      <p:sp>
        <p:nvSpPr>
          <p:cNvPr id="13" name="ANUARIO_CONTENIDO_0_0_0">
            <a:extLst xmlns:a="http://schemas.openxmlformats.org/drawingml/2006/main">
              <a:ext uri="{FF2B5EF4-FFF2-40B4-BE49-F238E27FC236}">
                <a16:creationId xmlns:a16="http://schemas.microsoft.com/office/drawing/2014/main" id="{EC3014CA-B78D-4B52-AE8C-C64A5BF78FB9}"/>
              </a:ext>
            </a:extLst>
          </p:cNvPr>
          <p:cNvSpPr>
            <a:spLocks xmlns:a="http://schemas.openxmlformats.org/drawingml/2006/main" noGrp="1"/>
          </p:cNvSpPr>
          <p:nvPr/>
        </p:nvSpPr>
        <p:spPr>
          <a:xfrm xmlns:a="http://schemas.openxmlformats.org/drawingml/2006/main">
            <a:off x="466344" y="100584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4.</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7CE5043-F7CC-4286-9E57-6AC99E08734D}"/>
              </a:ext>
            </a:extLst>
          </p:cNvPr>
          <p:cNvSpPr>
            <a:spLocks xmlns:a="http://schemas.openxmlformats.org/drawingml/2006/main" noGrp="1"/>
          </p:cNvSpPr>
          <p:nvPr/>
        </p:nvSpPr>
        <p:spPr>
          <a:xfrm xmlns:a="http://schemas.openxmlformats.org/drawingml/2006/main">
            <a:off x="466344" y="113223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5.</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minoristas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1">
                <a:solidFill>
                  <a:srgbClr val="24383A"/>
                </a:solidFill>
                <a:latin typeface="DejaVu Sans"/>
                <a:ea typeface="DejaVu Sans"/>
                <a:cs typeface="DejaVu Sans"/>
              </a:rPr>
              <a:t>Over</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The</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r>
              <a:rPr sz="71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C658E482-D11D-4F58-A414-D0657171876F}"/>
              </a:ext>
            </a:extLst>
          </p:cNvPr>
          <p:cNvSpPr>
            <a:spLocks xmlns:a="http://schemas.openxmlformats.org/drawingml/2006/main" noGrp="1"/>
          </p:cNvSpPr>
          <p:nvPr/>
        </p:nvSpPr>
        <p:spPr>
          <a:xfrm xmlns:a="http://schemas.openxmlformats.org/drawingml/2006/main">
            <a:off x="466344" y="125862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6.</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Over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The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p>
        </p:txBody>
      </p:sp>
      <p:sp>
        <p:nvSpPr>
          <p:cNvPr id="16" name="ANUARIO_CONTENIDO_0_0_3">
            <a:extLst xmlns:a="http://schemas.openxmlformats.org/drawingml/2006/main">
              <a:ext uri="{FF2B5EF4-FFF2-40B4-BE49-F238E27FC236}">
                <a16:creationId xmlns:a16="http://schemas.microsoft.com/office/drawing/2014/main" id="{1DFF5CDC-EDD5-46D1-9883-9D0CC8795DD1}"/>
              </a:ext>
            </a:extLst>
          </p:cNvPr>
          <p:cNvSpPr>
            <a:spLocks xmlns:a="http://schemas.openxmlformats.org/drawingml/2006/main" noGrp="1"/>
          </p:cNvSpPr>
          <p:nvPr/>
        </p:nvSpPr>
        <p:spPr>
          <a:xfrm xmlns:a="http://schemas.openxmlformats.org/drawingml/2006/main">
            <a:off x="466344" y="138501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7.</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p>
        </p:txBody>
      </p:sp>
      <p:sp>
        <p:nvSpPr>
          <p:cNvPr id="17" name="ANUARIO_CONTENIDO_0_0_4">
            <a:extLst xmlns:a="http://schemas.openxmlformats.org/drawingml/2006/main">
              <a:ext uri="{FF2B5EF4-FFF2-40B4-BE49-F238E27FC236}">
                <a16:creationId xmlns:a16="http://schemas.microsoft.com/office/drawing/2014/main" id="{C7F267CE-892C-464B-B1E7-264D9A039E68}"/>
              </a:ext>
            </a:extLst>
          </p:cNvPr>
          <p:cNvSpPr>
            <a:spLocks xmlns:a="http://schemas.openxmlformats.org/drawingml/2006/main" noGrp="1"/>
          </p:cNvSpPr>
          <p:nvPr/>
        </p:nvSpPr>
        <p:spPr>
          <a:xfrm xmlns:a="http://schemas.openxmlformats.org/drawingml/2006/main">
            <a:off x="466344" y="151140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Todos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valores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ningún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impuesto</a:t>
            </a:r>
            <a:r>
              <a:rPr sz="71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4FA6FBA6-98F2-4CFF-A6EF-49E9CC869499}"/>
              </a:ext>
            </a:extLst>
          </p:cNvPr>
          <p:cNvSpPr>
            <a:spLocks xmlns:a="http://schemas.openxmlformats.org/drawingml/2006/main" noGrp="1"/>
          </p:cNvSpPr>
          <p:nvPr/>
        </p:nvSpPr>
        <p:spPr>
          <a:xfrm xmlns:a="http://schemas.openxmlformats.org/drawingml/2006/main">
            <a:off x="466344" y="161239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aplicable,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descuentos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bonificaciones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sus</a:t>
            </a:r>
            <a:r>
              <a:rPr sz="71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D3C93BC6-C03B-4487-85CE-01885633F7CD}"/>
              </a:ext>
            </a:extLst>
          </p:cNvPr>
          <p:cNvSpPr>
            <a:spLocks xmlns:a="http://schemas.openxmlformats.org/drawingml/2006/main" noGrp="1"/>
          </p:cNvSpPr>
          <p:nvPr/>
        </p:nvSpPr>
        <p:spPr>
          <a:xfrm xmlns:a="http://schemas.openxmlformats.org/drawingml/2006/main">
            <a:off x="466344" y="171338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Planes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aplicadas.</a:t>
            </a:r>
            <a:r>
              <a:rPr sz="71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69130361-0F30-48A2-9EE2-FD3ACCA3D252}"/>
              </a:ext>
            </a:extLst>
          </p:cNvPr>
          <p:cNvSpPr>
            <a:spLocks xmlns:a="http://schemas.openxmlformats.org/drawingml/2006/main" noGrp="1"/>
          </p:cNvSpPr>
          <p:nvPr/>
        </p:nvSpPr>
        <p:spPr>
          <a:xfrm xmlns:a="http://schemas.openxmlformats.org/drawingml/2006/main">
            <a:off x="466344" y="183977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Ingreso</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corriente: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Máximo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recursos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acceder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manera</a:t>
            </a:r>
            <a:r>
              <a:rPr sz="71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ED29799E-80B4-43A8-B243-9F0A4DADD67F}"/>
              </a:ext>
            </a:extLst>
          </p:cNvPr>
          <p:cNvSpPr>
            <a:spLocks xmlns:a="http://schemas.openxmlformats.org/drawingml/2006/main" noGrp="1"/>
          </p:cNvSpPr>
          <p:nvPr/>
        </p:nvSpPr>
        <p:spPr>
          <a:xfrm xmlns:a="http://schemas.openxmlformats.org/drawingml/2006/main">
            <a:off x="466344" y="194076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regular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disponibles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bienes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lapso</a:t>
            </a:r>
            <a:r>
              <a:rPr sz="71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FD34A22D-BD97-496D-A681-EC315C7BA674}"/>
              </a:ext>
            </a:extLst>
          </p:cNvPr>
          <p:cNvSpPr>
            <a:spLocks xmlns:a="http://schemas.openxmlformats.org/drawingml/2006/main" noGrp="1"/>
          </p:cNvSpPr>
          <p:nvPr/>
        </p:nvSpPr>
        <p:spPr>
          <a:xfrm xmlns:a="http://schemas.openxmlformats.org/drawingml/2006/main">
            <a:off x="466344" y="204175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manteniendo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inalterado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patrimonio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p>
        </p:txBody>
      </p:sp>
      <p:sp>
        <p:nvSpPr>
          <p:cNvPr id="23" name="ANUARIO_CONTENIDO_0_0_10">
            <a:extLst xmlns:a="http://schemas.openxmlformats.org/drawingml/2006/main">
              <a:ext uri="{FF2B5EF4-FFF2-40B4-BE49-F238E27FC236}">
                <a16:creationId xmlns:a16="http://schemas.microsoft.com/office/drawing/2014/main" id="{2ABA1758-0F53-45E3-BF8C-44D616C123DE}"/>
              </a:ext>
            </a:extLst>
          </p:cNvPr>
          <p:cNvSpPr>
            <a:spLocks xmlns:a="http://schemas.openxmlformats.org/drawingml/2006/main" noGrp="1"/>
          </p:cNvSpPr>
          <p:nvPr/>
        </p:nvSpPr>
        <p:spPr>
          <a:xfrm xmlns:a="http://schemas.openxmlformats.org/drawingml/2006/main">
            <a:off x="466344" y="216814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Inversión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privada</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en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594858E5-1954-4754-A45F-402EAE851240}"/>
              </a:ext>
            </a:extLst>
          </p:cNvPr>
          <p:cNvSpPr>
            <a:spLocks xmlns:a="http://schemas.openxmlformats.org/drawingml/2006/main" noGrp="1"/>
          </p:cNvSpPr>
          <p:nvPr/>
        </p:nvSpPr>
        <p:spPr>
          <a:xfrm xmlns:a="http://schemas.openxmlformats.org/drawingml/2006/main">
            <a:off x="466344" y="226913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corrientes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255022E6-C03F-4B0E-BDC2-4EC9CCC95585}"/>
              </a:ext>
            </a:extLst>
          </p:cNvPr>
          <p:cNvSpPr>
            <a:spLocks xmlns:a="http://schemas.openxmlformats.org/drawingml/2006/main" noGrp="1"/>
          </p:cNvSpPr>
          <p:nvPr/>
        </p:nvSpPr>
        <p:spPr>
          <a:xfrm xmlns:a="http://schemas.openxmlformats.org/drawingml/2006/main">
            <a:off x="466344" y="237012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comprende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siguiente:</a:t>
            </a:r>
            <a:r>
              <a:rPr sz="71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A5DD88A7-CBA3-455E-BFA8-E45ABF6836E4}"/>
              </a:ext>
            </a:extLst>
          </p:cNvPr>
          <p:cNvSpPr>
            <a:spLocks xmlns:a="http://schemas.openxmlformats.org/drawingml/2006/main" noGrp="1"/>
          </p:cNvSpPr>
          <p:nvPr/>
        </p:nvSpPr>
        <p:spPr>
          <a:xfrm xmlns:a="http://schemas.openxmlformats.org/drawingml/2006/main">
            <a:off x="466344" y="249651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1.</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adquisición</a:t>
            </a:r>
            <a:r>
              <a:rPr sz="71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298057B5-0A70-4067-B544-E0CCF203D5CE}"/>
              </a:ext>
            </a:extLst>
          </p:cNvPr>
          <p:cNvSpPr>
            <a:spLocks xmlns:a="http://schemas.openxmlformats.org/drawingml/2006/main" noGrp="1"/>
          </p:cNvSpPr>
          <p:nvPr/>
        </p:nvSpPr>
        <p:spPr>
          <a:xfrm xmlns:a="http://schemas.openxmlformats.org/drawingml/2006/main">
            <a:off x="466344" y="259750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mejora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territorio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Incluye</a:t>
            </a:r>
            <a:r>
              <a:rPr sz="71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E01A137B-6061-4D03-9697-5DAFBBEAB1BD}"/>
              </a:ext>
            </a:extLst>
          </p:cNvPr>
          <p:cNvSpPr>
            <a:spLocks xmlns:a="http://schemas.openxmlformats.org/drawingml/2006/main" noGrp="1"/>
          </p:cNvSpPr>
          <p:nvPr/>
        </p:nvSpPr>
        <p:spPr>
          <a:xfrm xmlns:a="http://schemas.openxmlformats.org/drawingml/2006/main">
            <a:off x="466344" y="269849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así</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adiciones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29" name="ANUARIO_CONTENIDO_0_0_16">
            <a:extLst xmlns:a="http://schemas.openxmlformats.org/drawingml/2006/main">
              <a:ext uri="{FF2B5EF4-FFF2-40B4-BE49-F238E27FC236}">
                <a16:creationId xmlns:a16="http://schemas.microsoft.com/office/drawing/2014/main" id="{0D39A70E-6B72-4C21-B857-3C5FDDC82E03}"/>
              </a:ext>
            </a:extLst>
          </p:cNvPr>
          <p:cNvSpPr>
            <a:spLocks xmlns:a="http://schemas.openxmlformats.org/drawingml/2006/main" noGrp="1"/>
          </p:cNvSpPr>
          <p:nvPr/>
        </p:nvSpPr>
        <p:spPr>
          <a:xfrm xmlns:a="http://schemas.openxmlformats.org/drawingml/2006/main">
            <a:off x="466344" y="27994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modificaciones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existentes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prevé</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E1CCD793-EE8C-4204-92F1-5FFB7E907B59}"/>
              </a:ext>
            </a:extLst>
          </p:cNvPr>
          <p:cNvSpPr>
            <a:spLocks xmlns:a="http://schemas.openxmlformats.org/drawingml/2006/main" noGrp="1"/>
          </p:cNvSpPr>
          <p:nvPr/>
        </p:nvSpPr>
        <p:spPr>
          <a:xfrm xmlns:a="http://schemas.openxmlformats.org/drawingml/2006/main">
            <a:off x="466344" y="290047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amplio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ejemplo,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conmutación,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señalización,</a:t>
            </a:r>
            <a:r>
              <a:rPr sz="71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A1D82FC4-5D65-4C9D-85E3-BE49B885A52A}"/>
              </a:ext>
            </a:extLst>
          </p:cNvPr>
          <p:cNvSpPr>
            <a:spLocks xmlns:a="http://schemas.openxmlformats.org/drawingml/2006/main" noGrp="1"/>
          </p:cNvSpPr>
          <p:nvPr/>
        </p:nvSpPr>
        <p:spPr>
          <a:xfrm xmlns:a="http://schemas.openxmlformats.org/drawingml/2006/main">
            <a:off x="466344" y="300146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sincronización,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fuerza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eléctrica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clima,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0B6FA691-C3A2-49E2-A597-B899D77403AC}"/>
              </a:ext>
            </a:extLst>
          </p:cNvPr>
          <p:cNvSpPr>
            <a:spLocks xmlns:a="http://schemas.openxmlformats.org/drawingml/2006/main" noGrp="1"/>
          </p:cNvSpPr>
          <p:nvPr/>
        </p:nvSpPr>
        <p:spPr>
          <a:xfrm xmlns:a="http://schemas.openxmlformats.org/drawingml/2006/main">
            <a:off x="466344" y="312785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2.</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concepto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terrenos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edificios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asociados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p>
        </p:txBody>
      </p:sp>
      <p:sp>
        <p:nvSpPr>
          <p:cNvPr id="33" name="ANUARIO_CONTENIDO_0_0_20">
            <a:extLst xmlns:a="http://schemas.openxmlformats.org/drawingml/2006/main">
              <a:ext uri="{FF2B5EF4-FFF2-40B4-BE49-F238E27FC236}">
                <a16:creationId xmlns:a16="http://schemas.microsoft.com/office/drawing/2014/main" id="{0961B3D9-7A72-4F16-844F-B9D74C07B063}"/>
              </a:ext>
            </a:extLst>
          </p:cNvPr>
          <p:cNvSpPr>
            <a:spLocks xmlns:a="http://schemas.openxmlformats.org/drawingml/2006/main" noGrp="1"/>
          </p:cNvSpPr>
          <p:nvPr/>
        </p:nvSpPr>
        <p:spPr>
          <a:xfrm xmlns:a="http://schemas.openxmlformats.org/drawingml/2006/main">
            <a:off x="466344" y="322884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p>
        </p:txBody>
      </p:sp>
      <p:sp>
        <p:nvSpPr>
          <p:cNvPr id="34" name="ANUARIO_CONTENIDO_0_0_21">
            <a:extLst xmlns:a="http://schemas.openxmlformats.org/drawingml/2006/main">
              <a:ext uri="{FF2B5EF4-FFF2-40B4-BE49-F238E27FC236}">
                <a16:creationId xmlns:a16="http://schemas.microsoft.com/office/drawing/2014/main" id="{8D4D8566-3F95-4998-95D3-9DE005456072}"/>
              </a:ext>
            </a:extLst>
          </p:cNvPr>
          <p:cNvSpPr>
            <a:spLocks xmlns:a="http://schemas.openxmlformats.org/drawingml/2006/main" noGrp="1"/>
          </p:cNvSpPr>
          <p:nvPr/>
        </p:nvSpPr>
        <p:spPr>
          <a:xfrm xmlns:a="http://schemas.openxmlformats.org/drawingml/2006/main">
            <a:off x="466344" y="33552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Índice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Precios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Comunicaciones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(IPCOM):</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integra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índices</a:t>
            </a:r>
            <a:r>
              <a:rPr sz="710" b="0" i="0">
                <a:solidFill>
                  <a:srgbClr val="24383A"/>
                </a:solidFill>
                <a:latin typeface="DejaVu Sans"/>
                <a:ea typeface="DejaVu Sans"/>
                <a:cs typeface="DejaVu Sans"/>
              </a:rPr>
              <a:t> </a:t>
            </a:r>
          </a:p>
        </p:txBody>
      </p:sp>
      <p:sp>
        <p:nvSpPr>
          <p:cNvPr id="35" name="ANUARIO_CONTENIDO_0_0_22">
            <a:extLst xmlns:a="http://schemas.openxmlformats.org/drawingml/2006/main">
              <a:ext uri="{FF2B5EF4-FFF2-40B4-BE49-F238E27FC236}">
                <a16:creationId xmlns:a16="http://schemas.microsoft.com/office/drawing/2014/main" id="{80092B86-56B8-4E06-B327-EFD6B0F36A9E}"/>
              </a:ext>
            </a:extLst>
          </p:cNvPr>
          <p:cNvSpPr>
            <a:spLocks xmlns:a="http://schemas.openxmlformats.org/drawingml/2006/main" noGrp="1"/>
          </p:cNvSpPr>
          <p:nvPr/>
        </p:nvSpPr>
        <p:spPr>
          <a:xfrm xmlns:a="http://schemas.openxmlformats.org/drawingml/2006/main">
            <a:off x="466344" y="345622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móvil,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fija,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paquetes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6" name="ANUARIO_CONTENIDO_0_0_23">
            <a:extLst xmlns:a="http://schemas.openxmlformats.org/drawingml/2006/main">
              <a:ext uri="{FF2B5EF4-FFF2-40B4-BE49-F238E27FC236}">
                <a16:creationId xmlns:a16="http://schemas.microsoft.com/office/drawing/2014/main" id="{30F60BCB-862B-41F7-97BF-4BB913B40AD3}"/>
              </a:ext>
            </a:extLst>
          </p:cNvPr>
          <p:cNvSpPr>
            <a:spLocks xmlns:a="http://schemas.openxmlformats.org/drawingml/2006/main" noGrp="1"/>
          </p:cNvSpPr>
          <p:nvPr/>
        </p:nvSpPr>
        <p:spPr>
          <a:xfrm xmlns:a="http://schemas.openxmlformats.org/drawingml/2006/main">
            <a:off x="466344" y="355721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terminales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comunicación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p>
        </p:txBody>
      </p:sp>
      <p:sp>
        <p:nvSpPr>
          <p:cNvPr id="37" name="ANUARIO_CONTENIDO_0_0_24">
            <a:extLst xmlns:a="http://schemas.openxmlformats.org/drawingml/2006/main">
              <a:ext uri="{FF2B5EF4-FFF2-40B4-BE49-F238E27FC236}">
                <a16:creationId xmlns:a16="http://schemas.microsoft.com/office/drawing/2014/main" id="{07840669-4E9E-4E3A-9C1D-DE5C190B97BC}"/>
              </a:ext>
            </a:extLst>
          </p:cNvPr>
          <p:cNvSpPr>
            <a:spLocks xmlns:a="http://schemas.openxmlformats.org/drawingml/2006/main" noGrp="1"/>
          </p:cNvSpPr>
          <p:nvPr/>
        </p:nvSpPr>
        <p:spPr>
          <a:xfrm xmlns:a="http://schemas.openxmlformats.org/drawingml/2006/main">
            <a:off x="466344" y="365821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paquetería.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ponderadores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8" name="ANUARIO_CONTENIDO_0_0_25">
            <a:extLst xmlns:a="http://schemas.openxmlformats.org/drawingml/2006/main">
              <a:ext uri="{FF2B5EF4-FFF2-40B4-BE49-F238E27FC236}">
                <a16:creationId xmlns:a16="http://schemas.microsoft.com/office/drawing/2014/main" id="{C155BCA3-C914-4BC3-BB42-01A53A2B6670}"/>
              </a:ext>
            </a:extLst>
          </p:cNvPr>
          <p:cNvSpPr>
            <a:spLocks xmlns:a="http://schemas.openxmlformats.org/drawingml/2006/main" noGrp="1"/>
          </p:cNvSpPr>
          <p:nvPr/>
        </p:nvSpPr>
        <p:spPr>
          <a:xfrm xmlns:a="http://schemas.openxmlformats.org/drawingml/2006/main">
            <a:off x="466344" y="375920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INPC</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consultar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Anexo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III.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Metodologías.</a:t>
            </a:r>
          </a:p>
        </p:txBody>
      </p:sp>
      <p:sp>
        <p:nvSpPr>
          <p:cNvPr id="39" name="ANUARIO_ANEXO_P123_DESIGN_2026">
            <a:extLst xmlns:a="http://schemas.openxmlformats.org/drawingml/2006/main">
              <a:ext uri="{FF2B5EF4-FFF2-40B4-BE49-F238E27FC236}">
                <a16:creationId xmlns:a16="http://schemas.microsoft.com/office/drawing/2014/main" id="{F6B8FC87-DA26-4A8C-96DE-79611622178E}"/>
              </a:ext>
            </a:extLst>
          </p:cNvPr>
          <p:cNvSpPr>
            <a:spLocks xmlns:a="http://schemas.openxmlformats.org/drawingml/2006/main" noGrp="1"/>
          </p:cNvSpPr>
          <p:nvPr/>
        </p:nvSpPr>
        <p:spPr>
          <a:xfrm xmlns:a="http://schemas.openxmlformats.org/drawingml/2006/main">
            <a:off x="4663440" y="566928"/>
            <a:ext cx="4178808" cy="2556198"/>
          </a:xfrm>
          <a:prstGeom xmlns:a="http://schemas.openxmlformats.org/drawingml/2006/main" prst="roundRect">
            <a:avLst>
              <a:gd name="adj" fmla="val 2146"/>
            </a:avLst>
          </a:prstGeom>
          <a:solidFill xmlns:a="http://schemas.openxmlformats.org/drawingml/2006/main">
            <a:srgbClr val="F6FAF9"/>
          </a:solidFill>
          <a:ln xmlns:a="http://schemas.openxmlformats.org/drawingml/2006/main" w="9525">
            <a:solidFill>
              <a:srgbClr val="C9DAD6"/>
            </a:solidFill>
          </a:ln>
        </p:spPr>
      </p:sp>
      <p:sp>
        <p:nvSpPr>
          <p:cNvPr id="40" name="ANUARIO_ACENTO">
            <a:extLst xmlns:a="http://schemas.openxmlformats.org/drawingml/2006/main">
              <a:ext uri="{FF2B5EF4-FFF2-40B4-BE49-F238E27FC236}">
                <a16:creationId xmlns:a16="http://schemas.microsoft.com/office/drawing/2014/main" id="{7C0A87F2-0E63-4B57-87D7-C859E16449F7}"/>
              </a:ext>
            </a:extLst>
          </p:cNvPr>
          <p:cNvSpPr>
            <a:spLocks xmlns:a="http://schemas.openxmlformats.org/drawingml/2006/main" noGrp="1"/>
          </p:cNvSpPr>
          <p:nvPr/>
        </p:nvSpPr>
        <p:spPr>
          <a:xfrm xmlns:a="http://schemas.openxmlformats.org/drawingml/2006/main">
            <a:off x="4663440" y="640080"/>
            <a:ext cx="64008" cy="240989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1" name="ANUARIO_LETRA_FONDO">
            <a:extLst xmlns:a="http://schemas.openxmlformats.org/drawingml/2006/main">
              <a:ext uri="{FF2B5EF4-FFF2-40B4-BE49-F238E27FC236}">
                <a16:creationId xmlns:a16="http://schemas.microsoft.com/office/drawing/2014/main" id="{5B60389B-C4D0-4C71-81F2-18DAE486B3EC}"/>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2" name="ANUARIO_LETRA">
            <a:extLst xmlns:a="http://schemas.openxmlformats.org/drawingml/2006/main">
              <a:ext uri="{FF2B5EF4-FFF2-40B4-BE49-F238E27FC236}">
                <a16:creationId xmlns:a16="http://schemas.microsoft.com/office/drawing/2014/main" id="{EE3B56DD-BA1C-4AF2-A439-279687A71FC0}"/>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M</a:t>
            </a:r>
          </a:p>
        </p:txBody>
      </p:sp>
      <p:sp>
        <p:nvSpPr>
          <p:cNvPr id="43" name="ANUARIO_CONTENIDO_1_0_0">
            <a:extLst xmlns:a="http://schemas.openxmlformats.org/drawingml/2006/main">
              <a:ext uri="{FF2B5EF4-FFF2-40B4-BE49-F238E27FC236}">
                <a16:creationId xmlns:a16="http://schemas.microsoft.com/office/drawing/2014/main" id="{D2F8B5BA-6130-4435-BD1B-D567D44FAC20}"/>
              </a:ext>
            </a:extLst>
          </p:cNvPr>
          <p:cNvSpPr>
            <a:spLocks xmlns:a="http://schemas.openxmlformats.org/drawingml/2006/main" noGrp="1"/>
          </p:cNvSpPr>
          <p:nvPr/>
        </p:nvSpPr>
        <p:spPr>
          <a:xfrm xmlns:a="http://schemas.openxmlformats.org/drawingml/2006/main">
            <a:off x="4828032" y="87782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1">
                <a:solidFill>
                  <a:srgbClr val="2F7F6F"/>
                </a:solidFill>
                <a:latin typeface="DejaVu Sans"/>
                <a:ea typeface="DejaVu Sans"/>
                <a:cs typeface="DejaVu Sans"/>
              </a:rPr>
              <a:t>Magazine</a:t>
            </a:r>
            <a:r>
              <a:rPr sz="710" b="1" i="0">
                <a:solidFill>
                  <a:srgbClr val="2F7F6F"/>
                </a:solidFill>
                <a:latin typeface="DejaVu Sans"/>
                <a:ea typeface="DejaVu Sans"/>
                <a:cs typeface="DejaVu Sans"/>
              </a:rPr>
              <a: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contiene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diferentes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cuadros,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p>
        </p:txBody>
      </p:sp>
      <p:sp>
        <p:nvSpPr>
          <p:cNvPr id="44" name="ANUARIO_CONTENIDO_1_0_1">
            <a:extLst xmlns:a="http://schemas.openxmlformats.org/drawingml/2006/main">
              <a:ext uri="{FF2B5EF4-FFF2-40B4-BE49-F238E27FC236}">
                <a16:creationId xmlns:a16="http://schemas.microsoft.com/office/drawing/2014/main" id="{D232C2CC-616C-4951-808A-424608C9EBA7}"/>
              </a:ext>
            </a:extLst>
          </p:cNvPr>
          <p:cNvSpPr>
            <a:spLocks xmlns:a="http://schemas.openxmlformats.org/drawingml/2006/main" noGrp="1"/>
          </p:cNvSpPr>
          <p:nvPr/>
        </p:nvSpPr>
        <p:spPr>
          <a:xfrm xmlns:a="http://schemas.openxmlformats.org/drawingml/2006/main">
            <a:off x="4828032" y="9788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variedades,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investigaciones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comentarios.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p>
        </p:txBody>
      </p:sp>
      <p:sp>
        <p:nvSpPr>
          <p:cNvPr id="45" name="ANUARIO_CONTENIDO_1_0_2">
            <a:extLst xmlns:a="http://schemas.openxmlformats.org/drawingml/2006/main">
              <a:ext uri="{FF2B5EF4-FFF2-40B4-BE49-F238E27FC236}">
                <a16:creationId xmlns:a16="http://schemas.microsoft.com/office/drawing/2014/main" id="{611E37D7-1DE8-4204-AB35-0B800F2C6181}"/>
              </a:ext>
            </a:extLst>
          </p:cNvPr>
          <p:cNvSpPr>
            <a:spLocks xmlns:a="http://schemas.openxmlformats.org/drawingml/2006/main" noGrp="1"/>
          </p:cNvSpPr>
          <p:nvPr/>
        </p:nvSpPr>
        <p:spPr>
          <a:xfrm xmlns:a="http://schemas.openxmlformats.org/drawingml/2006/main">
            <a:off x="4828032" y="107980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características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sean</a:t>
            </a:r>
            <a:r>
              <a:rPr sz="710" b="0" i="0">
                <a:solidFill>
                  <a:srgbClr val="24383A"/>
                </a:solidFill>
                <a:latin typeface="DejaVu Sans"/>
                <a:ea typeface="DejaVu Sans"/>
                <a:cs typeface="DejaVu Sans"/>
              </a:rPr>
              <a:t> </a:t>
            </a:r>
          </a:p>
        </p:txBody>
      </p:sp>
      <p:sp>
        <p:nvSpPr>
          <p:cNvPr id="46" name="ANUARIO_CONTENIDO_1_0_3">
            <a:extLst xmlns:a="http://schemas.openxmlformats.org/drawingml/2006/main">
              <a:ext uri="{FF2B5EF4-FFF2-40B4-BE49-F238E27FC236}">
                <a16:creationId xmlns:a16="http://schemas.microsoft.com/office/drawing/2014/main" id="{37F7670D-C99E-46A8-AE96-D33D6F2AC8C5}"/>
              </a:ext>
            </a:extLst>
          </p:cNvPr>
          <p:cNvSpPr>
            <a:spLocks xmlns:a="http://schemas.openxmlformats.org/drawingml/2006/main" noGrp="1"/>
          </p:cNvSpPr>
          <p:nvPr/>
        </p:nvSpPr>
        <p:spPr>
          <a:xfrm xmlns:a="http://schemas.openxmlformats.org/drawingml/2006/main">
            <a:off x="4828032" y="118079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clasificables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cobertura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eventos</a:t>
            </a:r>
            <a:r>
              <a:rPr sz="710" b="0" i="0">
                <a:solidFill>
                  <a:srgbClr val="24383A"/>
                </a:solidFill>
                <a:latin typeface="DejaVu Sans"/>
                <a:ea typeface="DejaVu Sans"/>
                <a:cs typeface="DejaVu Sans"/>
              </a:rPr>
              <a:t> </a:t>
            </a:r>
          </a:p>
        </p:txBody>
      </p:sp>
      <p:sp>
        <p:nvSpPr>
          <p:cNvPr id="47" name="ANUARIO_CONTENIDO_1_0_4">
            <a:extLst xmlns:a="http://schemas.openxmlformats.org/drawingml/2006/main">
              <a:ext uri="{FF2B5EF4-FFF2-40B4-BE49-F238E27FC236}">
                <a16:creationId xmlns:a16="http://schemas.microsoft.com/office/drawing/2014/main" id="{DBB81BBD-4339-4719-9AEB-451BB7282E20}"/>
              </a:ext>
            </a:extLst>
          </p:cNvPr>
          <p:cNvSpPr>
            <a:spLocks xmlns:a="http://schemas.openxmlformats.org/drawingml/2006/main" noGrp="1"/>
          </p:cNvSpPr>
          <p:nvPr/>
        </p:nvSpPr>
        <p:spPr>
          <a:xfrm xmlns:a="http://schemas.openxmlformats.org/drawingml/2006/main">
            <a:off x="4828032" y="12817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(exceptuando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deportivos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culturales).</a:t>
            </a:r>
          </a:p>
        </p:txBody>
      </p:sp>
      <p:sp>
        <p:nvSpPr>
          <p:cNvPr id="48" name="ANUARIO_CONTENIDO_1_0_5">
            <a:extLst xmlns:a="http://schemas.openxmlformats.org/drawingml/2006/main">
              <a:ext uri="{FF2B5EF4-FFF2-40B4-BE49-F238E27FC236}">
                <a16:creationId xmlns:a16="http://schemas.microsoft.com/office/drawing/2014/main" id="{4F57126C-FA15-4541-9399-48CA54A13960}"/>
              </a:ext>
            </a:extLst>
          </p:cNvPr>
          <p:cNvSpPr>
            <a:spLocks xmlns:a="http://schemas.openxmlformats.org/drawingml/2006/main" noGrp="1"/>
          </p:cNvSpPr>
          <p:nvPr/>
        </p:nvSpPr>
        <p:spPr>
          <a:xfrm xmlns:a="http://schemas.openxmlformats.org/drawingml/2006/main">
            <a:off x="4828032" y="140817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Megabyte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p>
        </p:txBody>
      </p:sp>
      <p:sp>
        <p:nvSpPr>
          <p:cNvPr id="49" name="ANUARIO_CONTENIDO_1_0_6">
            <a:extLst xmlns:a="http://schemas.openxmlformats.org/drawingml/2006/main">
              <a:ext uri="{FF2B5EF4-FFF2-40B4-BE49-F238E27FC236}">
                <a16:creationId xmlns:a16="http://schemas.microsoft.com/office/drawing/2014/main" id="{76B8A2D6-E8C6-427D-9613-967607F32239}"/>
              </a:ext>
            </a:extLst>
          </p:cNvPr>
          <p:cNvSpPr>
            <a:spLocks xmlns:a="http://schemas.openxmlformats.org/drawingml/2006/main" noGrp="1"/>
          </p:cNvSpPr>
          <p:nvPr/>
        </p:nvSpPr>
        <p:spPr>
          <a:xfrm xmlns:a="http://schemas.openxmlformats.org/drawingml/2006/main">
            <a:off x="4828032" y="153456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Megabits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(Mbps):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Megabits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segundo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velocidad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50" name="ANUARIO_CONTENIDO_1_0_7">
            <a:extLst xmlns:a="http://schemas.openxmlformats.org/drawingml/2006/main">
              <a:ext uri="{FF2B5EF4-FFF2-40B4-BE49-F238E27FC236}">
                <a16:creationId xmlns:a16="http://schemas.microsoft.com/office/drawing/2014/main" id="{E9CA3EBB-924D-4211-B37B-4D46B35BB7B7}"/>
              </a:ext>
            </a:extLst>
          </p:cNvPr>
          <p:cNvSpPr>
            <a:spLocks xmlns:a="http://schemas.openxmlformats.org/drawingml/2006/main" noGrp="1"/>
          </p:cNvSpPr>
          <p:nvPr/>
        </p:nvSpPr>
        <p:spPr>
          <a:xfrm xmlns:a="http://schemas.openxmlformats.org/drawingml/2006/main">
            <a:off x="4828032" y="163555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banda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ancha.</a:t>
            </a:r>
          </a:p>
        </p:txBody>
      </p:sp>
      <p:sp>
        <p:nvSpPr>
          <p:cNvPr id="51" name="ANUARIO_CONTENIDO_1_0_8">
            <a:extLst xmlns:a="http://schemas.openxmlformats.org/drawingml/2006/main">
              <a:ext uri="{FF2B5EF4-FFF2-40B4-BE49-F238E27FC236}">
                <a16:creationId xmlns:a16="http://schemas.microsoft.com/office/drawing/2014/main" id="{D1DA5B47-6404-4210-A11C-82AF48F0DBD4}"/>
              </a:ext>
            </a:extLst>
          </p:cNvPr>
          <p:cNvSpPr>
            <a:spLocks xmlns:a="http://schemas.openxmlformats.org/drawingml/2006/main" noGrp="1"/>
          </p:cNvSpPr>
          <p:nvPr/>
        </p:nvSpPr>
        <p:spPr>
          <a:xfrm xmlns:a="http://schemas.openxmlformats.org/drawingml/2006/main">
            <a:off x="4828032" y="176194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Megahertz</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(MHz):</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frecuencia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equivale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106</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Hertz.</a:t>
            </a:r>
          </a:p>
        </p:txBody>
      </p:sp>
      <p:sp>
        <p:nvSpPr>
          <p:cNvPr id="52" name="ANUARIO_CONTENIDO_1_0_9">
            <a:extLst xmlns:a="http://schemas.openxmlformats.org/drawingml/2006/main">
              <a:ext uri="{FF2B5EF4-FFF2-40B4-BE49-F238E27FC236}">
                <a16:creationId xmlns:a16="http://schemas.microsoft.com/office/drawing/2014/main" id="{C17F7D81-87AF-4880-810C-948D3DF57112}"/>
              </a:ext>
            </a:extLst>
          </p:cNvPr>
          <p:cNvSpPr>
            <a:spLocks xmlns:a="http://schemas.openxmlformats.org/drawingml/2006/main" noGrp="1"/>
          </p:cNvSpPr>
          <p:nvPr/>
        </p:nvSpPr>
        <p:spPr>
          <a:xfrm xmlns:a="http://schemas.openxmlformats.org/drawingml/2006/main">
            <a:off x="4828032" y="18883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Mercadeo: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promueve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venta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telefónica.</a:t>
            </a:r>
            <a:r>
              <a:rPr sz="710" b="0" i="0">
                <a:solidFill>
                  <a:srgbClr val="24383A"/>
                </a:solidFill>
                <a:latin typeface="DejaVu Sans"/>
                <a:ea typeface="DejaVu Sans"/>
                <a:cs typeface="DejaVu Sans"/>
              </a:rPr>
              <a:t> </a:t>
            </a:r>
          </a:p>
        </p:txBody>
      </p:sp>
      <p:sp>
        <p:nvSpPr>
          <p:cNvPr id="53" name="ANUARIO_CONTENIDO_1_0_10">
            <a:extLst xmlns:a="http://schemas.openxmlformats.org/drawingml/2006/main">
              <a:ext uri="{FF2B5EF4-FFF2-40B4-BE49-F238E27FC236}">
                <a16:creationId xmlns:a16="http://schemas.microsoft.com/office/drawing/2014/main" id="{F51DDDB6-DCF9-41EF-889F-0F10750B755C}"/>
              </a:ext>
            </a:extLst>
          </p:cNvPr>
          <p:cNvSpPr>
            <a:spLocks xmlns:a="http://schemas.openxmlformats.org/drawingml/2006/main" noGrp="1"/>
          </p:cNvSpPr>
          <p:nvPr/>
        </p:nvSpPr>
        <p:spPr>
          <a:xfrm xmlns:a="http://schemas.openxmlformats.org/drawingml/2006/main">
            <a:off x="4828032" y="198932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demostraciones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54" name="ANUARIO_CONTENIDO_1_0_11">
            <a:extLst xmlns:a="http://schemas.openxmlformats.org/drawingml/2006/main">
              <a:ext uri="{FF2B5EF4-FFF2-40B4-BE49-F238E27FC236}">
                <a16:creationId xmlns:a16="http://schemas.microsoft.com/office/drawing/2014/main" id="{71AB3BBA-308D-4C48-8C58-A36C80E28936}"/>
              </a:ext>
            </a:extLst>
          </p:cNvPr>
          <p:cNvSpPr>
            <a:spLocks xmlns:a="http://schemas.openxmlformats.org/drawingml/2006/main" noGrp="1"/>
          </p:cNvSpPr>
          <p:nvPr/>
        </p:nvSpPr>
        <p:spPr>
          <a:xfrm xmlns:a="http://schemas.openxmlformats.org/drawingml/2006/main">
            <a:off x="4828032" y="209031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explicaciones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funcionamiento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artículos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ofrecidos.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p>
        </p:txBody>
      </p:sp>
      <p:sp>
        <p:nvSpPr>
          <p:cNvPr id="55" name="ANUARIO_CONTENIDO_1_0_12">
            <a:extLst xmlns:a="http://schemas.openxmlformats.org/drawingml/2006/main">
              <a:ext uri="{FF2B5EF4-FFF2-40B4-BE49-F238E27FC236}">
                <a16:creationId xmlns:a16="http://schemas.microsoft.com/office/drawing/2014/main" id="{5C14E93C-43AA-4CB6-AF93-905EECAFF94B}"/>
              </a:ext>
            </a:extLst>
          </p:cNvPr>
          <p:cNvSpPr>
            <a:spLocks xmlns:a="http://schemas.openxmlformats.org/drawingml/2006/main" noGrp="1"/>
          </p:cNvSpPr>
          <p:nvPr/>
        </p:nvSpPr>
        <p:spPr>
          <a:xfrm xmlns:a="http://schemas.openxmlformats.org/drawingml/2006/main">
            <a:off x="4828032" y="219130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encuentran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categoría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instituciones,</a:t>
            </a:r>
            <a:r>
              <a:rPr sz="710" b="0" i="0">
                <a:solidFill>
                  <a:srgbClr val="24383A"/>
                </a:solidFill>
                <a:latin typeface="DejaVu Sans"/>
                <a:ea typeface="DejaVu Sans"/>
                <a:cs typeface="DejaVu Sans"/>
              </a:rPr>
              <a:t> </a:t>
            </a:r>
          </a:p>
        </p:txBody>
      </p:sp>
      <p:sp>
        <p:nvSpPr>
          <p:cNvPr id="56" name="ANUARIO_CONTENIDO_1_0_13">
            <a:extLst xmlns:a="http://schemas.openxmlformats.org/drawingml/2006/main">
              <a:ext uri="{FF2B5EF4-FFF2-40B4-BE49-F238E27FC236}">
                <a16:creationId xmlns:a16="http://schemas.microsoft.com/office/drawing/2014/main" id="{5A786FA2-0940-43D9-A39D-254D027D2E4C}"/>
              </a:ext>
            </a:extLst>
          </p:cNvPr>
          <p:cNvSpPr>
            <a:spLocks xmlns:a="http://schemas.openxmlformats.org/drawingml/2006/main" noGrp="1"/>
          </p:cNvSpPr>
          <p:nvPr/>
        </p:nvSpPr>
        <p:spPr>
          <a:xfrm xmlns:a="http://schemas.openxmlformats.org/drawingml/2006/main">
            <a:off x="4828032" y="229229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asociaciones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civiles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tiempo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aire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p>
        </p:txBody>
      </p:sp>
      <p:sp>
        <p:nvSpPr>
          <p:cNvPr id="57" name="ANUARIO_CONTENIDO_1_0_14">
            <a:extLst xmlns:a="http://schemas.openxmlformats.org/drawingml/2006/main">
              <a:ext uri="{FF2B5EF4-FFF2-40B4-BE49-F238E27FC236}">
                <a16:creationId xmlns:a16="http://schemas.microsoft.com/office/drawing/2014/main" id="{0023F81E-9993-41B5-92EA-691317D1F030}"/>
              </a:ext>
            </a:extLst>
          </p:cNvPr>
          <p:cNvSpPr>
            <a:spLocks xmlns:a="http://schemas.openxmlformats.org/drawingml/2006/main" noGrp="1"/>
          </p:cNvSpPr>
          <p:nvPr/>
        </p:nvSpPr>
        <p:spPr>
          <a:xfrm xmlns:a="http://schemas.openxmlformats.org/drawingml/2006/main">
            <a:off x="4828032" y="239329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difusión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mensaje.</a:t>
            </a:r>
          </a:p>
        </p:txBody>
      </p:sp>
      <p:sp>
        <p:nvSpPr>
          <p:cNvPr id="58" name="ANUARIO_CONTENIDO_1_0_15">
            <a:extLst xmlns:a="http://schemas.openxmlformats.org/drawingml/2006/main">
              <a:ext uri="{FF2B5EF4-FFF2-40B4-BE49-F238E27FC236}">
                <a16:creationId xmlns:a16="http://schemas.microsoft.com/office/drawing/2014/main" id="{F2E018C1-095B-4973-B126-4C15A803ED05}"/>
              </a:ext>
            </a:extLst>
          </p:cNvPr>
          <p:cNvSpPr>
            <a:spLocks xmlns:a="http://schemas.openxmlformats.org/drawingml/2006/main" noGrp="1"/>
          </p:cNvSpPr>
          <p:nvPr/>
        </p:nvSpPr>
        <p:spPr>
          <a:xfrm xmlns:a="http://schemas.openxmlformats.org/drawingml/2006/main">
            <a:off x="4828032" y="251968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Musicales: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musical,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videos,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conciertos,</a:t>
            </a:r>
            <a:r>
              <a:rPr sz="710" b="0" i="0">
                <a:solidFill>
                  <a:srgbClr val="24383A"/>
                </a:solidFill>
                <a:latin typeface="DejaVu Sans"/>
                <a:ea typeface="DejaVu Sans"/>
                <a:cs typeface="DejaVu Sans"/>
              </a:rPr>
              <a:t> </a:t>
            </a:r>
          </a:p>
        </p:txBody>
      </p:sp>
      <p:sp>
        <p:nvSpPr>
          <p:cNvPr id="59" name="ANUARIO_CONTENIDO_1_0_16">
            <a:extLst xmlns:a="http://schemas.openxmlformats.org/drawingml/2006/main">
              <a:ext uri="{FF2B5EF4-FFF2-40B4-BE49-F238E27FC236}">
                <a16:creationId xmlns:a16="http://schemas.microsoft.com/office/drawing/2014/main" id="{C42AEBBC-1724-4EC1-9F3B-00A2CB4616A3}"/>
              </a:ext>
            </a:extLst>
          </p:cNvPr>
          <p:cNvSpPr>
            <a:spLocks xmlns:a="http://schemas.openxmlformats.org/drawingml/2006/main" noGrp="1"/>
          </p:cNvSpPr>
          <p:nvPr/>
        </p:nvSpPr>
        <p:spPr>
          <a:xfrm xmlns:a="http://schemas.openxmlformats.org/drawingml/2006/main">
            <a:off x="4828032" y="262067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presentaciones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cantantes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grupos,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incluir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semblanzas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60" name="ANUARIO_CONTENIDO_1_0_17">
            <a:extLst xmlns:a="http://schemas.openxmlformats.org/drawingml/2006/main">
              <a:ext uri="{FF2B5EF4-FFF2-40B4-BE49-F238E27FC236}">
                <a16:creationId xmlns:a16="http://schemas.microsoft.com/office/drawing/2014/main" id="{88863E40-16B4-4068-8308-C2F11DB9DB11}"/>
              </a:ext>
            </a:extLst>
          </p:cNvPr>
          <p:cNvSpPr>
            <a:spLocks xmlns:a="http://schemas.openxmlformats.org/drawingml/2006/main" noGrp="1"/>
          </p:cNvSpPr>
          <p:nvPr/>
        </p:nvSpPr>
        <p:spPr>
          <a:xfrm xmlns:a="http://schemas.openxmlformats.org/drawingml/2006/main">
            <a:off x="4828032" y="272166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presentados.</a:t>
            </a:r>
          </a:p>
        </p:txBody>
      </p:sp>
      <p:sp>
        <p:nvSpPr>
          <p:cNvPr id="61" name="ANUARIO_ANEXO_P123_DESIGN_2026">
            <a:extLst xmlns:a="http://schemas.openxmlformats.org/drawingml/2006/main">
              <a:ext uri="{FF2B5EF4-FFF2-40B4-BE49-F238E27FC236}">
                <a16:creationId xmlns:a16="http://schemas.microsoft.com/office/drawing/2014/main" id="{ECB9C988-B179-4A01-A888-614E8BD05454}"/>
              </a:ext>
            </a:extLst>
          </p:cNvPr>
          <p:cNvSpPr>
            <a:spLocks xmlns:a="http://schemas.openxmlformats.org/drawingml/2006/main" noGrp="1"/>
          </p:cNvSpPr>
          <p:nvPr/>
        </p:nvSpPr>
        <p:spPr>
          <a:xfrm xmlns:a="http://schemas.openxmlformats.org/drawingml/2006/main">
            <a:off x="4663440" y="3214566"/>
            <a:ext cx="4178808" cy="1247706"/>
          </a:xfrm>
          <a:prstGeom xmlns:a="http://schemas.openxmlformats.org/drawingml/2006/main" prst="roundRect">
            <a:avLst>
              <a:gd name="adj" fmla="val 4397"/>
            </a:avLst>
          </a:prstGeom>
          <a:solidFill xmlns:a="http://schemas.openxmlformats.org/drawingml/2006/main">
            <a:srgbClr val="F6FAF9"/>
          </a:solidFill>
          <a:ln xmlns:a="http://schemas.openxmlformats.org/drawingml/2006/main" w="9525">
            <a:solidFill>
              <a:srgbClr val="C9DAD6"/>
            </a:solidFill>
          </a:ln>
        </p:spPr>
      </p:sp>
      <p:sp>
        <p:nvSpPr>
          <p:cNvPr id="62" name="ANUARIO_ACENTO">
            <a:extLst xmlns:a="http://schemas.openxmlformats.org/drawingml/2006/main">
              <a:ext uri="{FF2B5EF4-FFF2-40B4-BE49-F238E27FC236}">
                <a16:creationId xmlns:a16="http://schemas.microsoft.com/office/drawing/2014/main" id="{E9AADBC6-844C-424C-9BEE-09BD8D355997}"/>
              </a:ext>
            </a:extLst>
          </p:cNvPr>
          <p:cNvSpPr>
            <a:spLocks xmlns:a="http://schemas.openxmlformats.org/drawingml/2006/main" noGrp="1"/>
          </p:cNvSpPr>
          <p:nvPr/>
        </p:nvSpPr>
        <p:spPr>
          <a:xfrm xmlns:a="http://schemas.openxmlformats.org/drawingml/2006/main">
            <a:off x="4663440" y="3287718"/>
            <a:ext cx="64008" cy="110140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63" name="ANUARIO_LETRA_FONDO">
            <a:extLst xmlns:a="http://schemas.openxmlformats.org/drawingml/2006/main">
              <a:ext uri="{FF2B5EF4-FFF2-40B4-BE49-F238E27FC236}">
                <a16:creationId xmlns:a16="http://schemas.microsoft.com/office/drawing/2014/main" id="{89942648-AB1D-46B8-AA51-453C331A28ED}"/>
              </a:ext>
            </a:extLst>
          </p:cNvPr>
          <p:cNvSpPr>
            <a:spLocks xmlns:a="http://schemas.openxmlformats.org/drawingml/2006/main" noGrp="1"/>
          </p:cNvSpPr>
          <p:nvPr/>
        </p:nvSpPr>
        <p:spPr>
          <a:xfrm xmlns:a="http://schemas.openxmlformats.org/drawingml/2006/main">
            <a:off x="4828032" y="3287718"/>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4" name="ANUARIO_LETRA">
            <a:extLst xmlns:a="http://schemas.openxmlformats.org/drawingml/2006/main">
              <a:ext uri="{FF2B5EF4-FFF2-40B4-BE49-F238E27FC236}">
                <a16:creationId xmlns:a16="http://schemas.microsoft.com/office/drawing/2014/main" id="{E4ACC113-DE1D-408E-9267-D1953ED88CE2}"/>
              </a:ext>
            </a:extLst>
          </p:cNvPr>
          <p:cNvSpPr>
            <a:spLocks xmlns:a="http://schemas.openxmlformats.org/drawingml/2006/main" noGrp="1"/>
          </p:cNvSpPr>
          <p:nvPr/>
        </p:nvSpPr>
        <p:spPr>
          <a:xfrm xmlns:a="http://schemas.openxmlformats.org/drawingml/2006/main">
            <a:off x="4828032" y="3306006"/>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N</a:t>
            </a:r>
          </a:p>
        </p:txBody>
      </p:sp>
      <p:sp>
        <p:nvSpPr>
          <p:cNvPr id="65" name="ANUARIO_CONTENIDO_1_1_0">
            <a:extLst xmlns:a="http://schemas.openxmlformats.org/drawingml/2006/main">
              <a:ext uri="{FF2B5EF4-FFF2-40B4-BE49-F238E27FC236}">
                <a16:creationId xmlns:a16="http://schemas.microsoft.com/office/drawing/2014/main" id="{7FBC53AD-8CBB-457E-A6FB-F92136B4D387}"/>
              </a:ext>
            </a:extLst>
          </p:cNvPr>
          <p:cNvSpPr>
            <a:spLocks xmlns:a="http://schemas.openxmlformats.org/drawingml/2006/main" noGrp="1"/>
          </p:cNvSpPr>
          <p:nvPr/>
        </p:nvSpPr>
        <p:spPr>
          <a:xfrm xmlns:a="http://schemas.openxmlformats.org/drawingml/2006/main">
            <a:off x="4828032" y="352546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Noticieros: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basada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actualidad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a:t>
            </a:r>
            <a:r>
              <a:rPr sz="710" b="0" i="0">
                <a:solidFill>
                  <a:srgbClr val="24383A"/>
                </a:solidFill>
                <a:latin typeface="DejaVu Sans"/>
                <a:ea typeface="DejaVu Sans"/>
                <a:cs typeface="DejaVu Sans"/>
              </a:rPr>
              <a:t> </a:t>
            </a:r>
          </a:p>
        </p:txBody>
      </p:sp>
      <p:sp>
        <p:nvSpPr>
          <p:cNvPr id="66" name="ANUARIO_CONTENIDO_1_1_1">
            <a:extLst xmlns:a="http://schemas.openxmlformats.org/drawingml/2006/main">
              <a:ext uri="{FF2B5EF4-FFF2-40B4-BE49-F238E27FC236}">
                <a16:creationId xmlns:a16="http://schemas.microsoft.com/office/drawing/2014/main" id="{8B2704DA-C2AA-45FF-8D0E-04793E2E80C1}"/>
              </a:ext>
            </a:extLst>
          </p:cNvPr>
          <p:cNvSpPr>
            <a:spLocks xmlns:a="http://schemas.openxmlformats.org/drawingml/2006/main" noGrp="1"/>
          </p:cNvSpPr>
          <p:nvPr/>
        </p:nvSpPr>
        <p:spPr>
          <a:xfrm xmlns:a="http://schemas.openxmlformats.org/drawingml/2006/main">
            <a:off x="4828032" y="362645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internacional,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articulada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tradicionales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periodismo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escrito,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p>
        </p:txBody>
      </p:sp>
      <p:sp>
        <p:nvSpPr>
          <p:cNvPr id="67" name="ANUARIO_CONTENIDO_1_1_2">
            <a:extLst xmlns:a="http://schemas.openxmlformats.org/drawingml/2006/main">
              <a:ext uri="{FF2B5EF4-FFF2-40B4-BE49-F238E27FC236}">
                <a16:creationId xmlns:a16="http://schemas.microsoft.com/office/drawing/2014/main" id="{85928106-1532-477D-A034-E8971324F61D}"/>
              </a:ext>
            </a:extLst>
          </p:cNvPr>
          <p:cNvSpPr>
            <a:spLocks xmlns:a="http://schemas.openxmlformats.org/drawingml/2006/main" noGrp="1"/>
          </p:cNvSpPr>
          <p:nvPr/>
        </p:nvSpPr>
        <p:spPr>
          <a:xfrm xmlns:a="http://schemas.openxmlformats.org/drawingml/2006/main">
            <a:off x="4828032" y="372744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editorial,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68" name="ANUARIO_CONTENIDO_1_1_3">
            <a:extLst xmlns:a="http://schemas.openxmlformats.org/drawingml/2006/main">
              <a:ext uri="{FF2B5EF4-FFF2-40B4-BE49-F238E27FC236}">
                <a16:creationId xmlns:a16="http://schemas.microsoft.com/office/drawing/2014/main" id="{380C8932-3F8C-42B3-BD49-43E3AB55887F}"/>
              </a:ext>
            </a:extLst>
          </p:cNvPr>
          <p:cNvSpPr>
            <a:spLocks xmlns:a="http://schemas.openxmlformats.org/drawingml/2006/main" noGrp="1"/>
          </p:cNvSpPr>
          <p:nvPr/>
        </p:nvSpPr>
        <p:spPr>
          <a:xfrm xmlns:a="http://schemas.openxmlformats.org/drawingml/2006/main">
            <a:off x="4828032" y="382843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estructuran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bloques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temáticos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buscan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interés</a:t>
            </a:r>
            <a:r>
              <a:rPr sz="710" b="0" i="0">
                <a:solidFill>
                  <a:srgbClr val="24383A"/>
                </a:solidFill>
                <a:latin typeface="DejaVu Sans"/>
                <a:ea typeface="DejaVu Sans"/>
                <a:cs typeface="DejaVu Sans"/>
              </a:rPr>
              <a:t> </a:t>
            </a:r>
          </a:p>
        </p:txBody>
      </p:sp>
      <p:sp>
        <p:nvSpPr>
          <p:cNvPr id="69" name="ANUARIO_CONTENIDO_1_1_4">
            <a:extLst xmlns:a="http://schemas.openxmlformats.org/drawingml/2006/main">
              <a:ext uri="{FF2B5EF4-FFF2-40B4-BE49-F238E27FC236}">
                <a16:creationId xmlns:a16="http://schemas.microsoft.com/office/drawing/2014/main" id="{2CB81059-5A3C-4ACB-99BF-09BACB07A915}"/>
              </a:ext>
            </a:extLst>
          </p:cNvPr>
          <p:cNvSpPr>
            <a:spLocks xmlns:a="http://schemas.openxmlformats.org/drawingml/2006/main" noGrp="1"/>
          </p:cNvSpPr>
          <p:nvPr/>
        </p:nvSpPr>
        <p:spPr>
          <a:xfrm xmlns:a="http://schemas.openxmlformats.org/drawingml/2006/main">
            <a:off x="4828032" y="392942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eliminar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factores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distracción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expuesto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televidente.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p>
        </p:txBody>
      </p:sp>
      <p:sp>
        <p:nvSpPr>
          <p:cNvPr id="70" name="ANUARIO_CONTENIDO_1_1_5">
            <a:extLst xmlns:a="http://schemas.openxmlformats.org/drawingml/2006/main">
              <a:ext uri="{FF2B5EF4-FFF2-40B4-BE49-F238E27FC236}">
                <a16:creationId xmlns:a16="http://schemas.microsoft.com/office/drawing/2014/main" id="{6A6CE820-E046-4ECA-A9E3-5DE3978692AD}"/>
              </a:ext>
            </a:extLst>
          </p:cNvPr>
          <p:cNvSpPr>
            <a:spLocks xmlns:a="http://schemas.openxmlformats.org/drawingml/2006/main" noGrp="1"/>
          </p:cNvSpPr>
          <p:nvPr/>
        </p:nvSpPr>
        <p:spPr>
          <a:xfrm xmlns:a="http://schemas.openxmlformats.org/drawingml/2006/main">
            <a:off x="4828032" y="40304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carácter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informativo,</a:t>
            </a:r>
            <a:r>
              <a:rPr sz="710" b="0" i="0">
                <a:solidFill>
                  <a:srgbClr val="24383A"/>
                </a:solidFill>
                <a:latin typeface="DejaVu Sans"/>
                <a:ea typeface="DejaVu Sans"/>
                <a:cs typeface="DejaVu Sans"/>
              </a:rPr>
              <a:t> </a:t>
            </a:r>
          </a:p>
        </p:txBody>
      </p:sp>
      <p:sp>
        <p:nvSpPr>
          <p:cNvPr id="71" name="ANUARIO_CONTENIDO_1_1_6">
            <a:extLst xmlns:a="http://schemas.openxmlformats.org/drawingml/2006/main">
              <a:ext uri="{FF2B5EF4-FFF2-40B4-BE49-F238E27FC236}">
                <a16:creationId xmlns:a16="http://schemas.microsoft.com/office/drawing/2014/main" id="{81A69B70-BB60-4A40-99C0-A5B3A114F817}"/>
              </a:ext>
            </a:extLst>
          </p:cNvPr>
          <p:cNvSpPr>
            <a:spLocks xmlns:a="http://schemas.openxmlformats.org/drawingml/2006/main" noGrp="1"/>
          </p:cNvSpPr>
          <p:nvPr/>
        </p:nvSpPr>
        <p:spPr>
          <a:xfrm xmlns:a="http://schemas.openxmlformats.org/drawingml/2006/main">
            <a:off x="4828032" y="413140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análisis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especializados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específicos.</a:t>
            </a:r>
          </a:p>
        </p:txBody>
      </p:sp>
      <p:pic>
        <p:nvPicPr>
          <p:cNvPr id="73"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4"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5"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6"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7"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78"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9"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933780979"/>
      </p:ext>
    </p:extLst>
  </p:cSld>
</p:sld>
</file>

<file path=ppt/slides/slide123.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F3FA8A58-02F2-46E5-B7CB-DE1CF7117148}"/>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A164387E-5395-48FD-834D-49FE05BA375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123</a:t>
            </a:r>
          </a:p>
        </p:txBody>
      </p:sp>
      <p:sp>
        <p:nvSpPr>
          <p:cNvPr id="9" name="ANUARIO_EDICION">
            <a:extLst xmlns:a="http://schemas.openxmlformats.org/drawingml/2006/main">
              <a:ext uri="{FF2B5EF4-FFF2-40B4-BE49-F238E27FC236}">
                <a16:creationId xmlns:a16="http://schemas.microsoft.com/office/drawing/2014/main" id="{09F30D03-6B36-4353-B047-4C2875F1C7E4}"/>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4_DESIGN_2026">
            <a:extLst xmlns:a="http://schemas.openxmlformats.org/drawingml/2006/main">
              <a:ext uri="{FF2B5EF4-FFF2-40B4-BE49-F238E27FC236}">
                <a16:creationId xmlns:a16="http://schemas.microsoft.com/office/drawing/2014/main" id="{C4FF3E71-FF42-4E66-B913-1251F98FBF94}"/>
              </a:ext>
            </a:extLst>
          </p:cNvPr>
          <p:cNvSpPr>
            <a:spLocks xmlns:a="http://schemas.openxmlformats.org/drawingml/2006/main" noGrp="1"/>
          </p:cNvSpPr>
          <p:nvPr/>
        </p:nvSpPr>
        <p:spPr>
          <a:xfrm xmlns:a="http://schemas.openxmlformats.org/drawingml/2006/main">
            <a:off x="301752" y="566928"/>
            <a:ext cx="4178808" cy="1135804"/>
          </a:xfrm>
          <a:prstGeom xmlns:a="http://schemas.openxmlformats.org/drawingml/2006/main" prst="roundRect">
            <a:avLst>
              <a:gd name="adj" fmla="val 4830"/>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136357BF-50BC-4822-8F9F-A86CD6169F4B}"/>
              </a:ext>
            </a:extLst>
          </p:cNvPr>
          <p:cNvSpPr>
            <a:spLocks xmlns:a="http://schemas.openxmlformats.org/drawingml/2006/main" noGrp="1"/>
          </p:cNvSpPr>
          <p:nvPr/>
        </p:nvSpPr>
        <p:spPr>
          <a:xfrm xmlns:a="http://schemas.openxmlformats.org/drawingml/2006/main">
            <a:off x="301752" y="640080"/>
            <a:ext cx="64008" cy="98950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C319BAA2-9EED-4859-8B81-27DEEB23DB6D}"/>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5E6066C0-302D-49E0-84CE-AAAA5EAD373F}"/>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O</a:t>
            </a:r>
          </a:p>
        </p:txBody>
      </p:sp>
      <p:sp>
        <p:nvSpPr>
          <p:cNvPr id="14" name="ANUARIO_CONTENIDO_0_0_0">
            <a:extLst xmlns:a="http://schemas.openxmlformats.org/drawingml/2006/main">
              <a:ext uri="{FF2B5EF4-FFF2-40B4-BE49-F238E27FC236}">
                <a16:creationId xmlns:a16="http://schemas.microsoft.com/office/drawing/2014/main" id="{495481F7-62C5-4192-A267-51A8C71B0976}"/>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Operador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física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titular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12EF2D98-6F09-4036-AC9A-B43DBC1864F2}"/>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concesiones,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autorizaciones,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asignaciones,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habilitan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explotar</a:t>
            </a:r>
            <a:r>
              <a:rPr sz="650" b="0" i="0">
                <a:solidFill>
                  <a:srgbClr val="24383A"/>
                </a:solidFill>
                <a:latin typeface="DejaVu Sans"/>
                <a:ea typeface="DejaVu Sans"/>
                <a:cs typeface="DejaVu Sans"/>
              </a:rPr>
              <a:t> </a:t>
            </a:r>
          </a:p>
        </p:txBody>
      </p:sp>
      <p:sp>
        <p:nvSpPr>
          <p:cNvPr id="16" name="ANUARIO_CONTENIDO_0_0_2">
            <a:extLst xmlns:a="http://schemas.openxmlformats.org/drawingml/2006/main">
              <a:ext uri="{FF2B5EF4-FFF2-40B4-BE49-F238E27FC236}">
                <a16:creationId xmlns:a16="http://schemas.microsoft.com/office/drawing/2014/main" id="{F4881284-6FC4-484E-A65C-6CA7C0940C8A}"/>
              </a:ext>
            </a:extLst>
          </p:cNvPr>
          <p:cNvSpPr>
            <a:spLocks xmlns:a="http://schemas.openxmlformats.org/drawingml/2006/main" noGrp="1"/>
          </p:cNvSpPr>
          <p:nvPr/>
        </p:nvSpPr>
        <p:spPr>
          <a:xfrm xmlns:a="http://schemas.openxmlformats.org/drawingml/2006/main">
            <a:off x="466344"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radioeléctrico,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recursos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orbitales.</a:t>
            </a:r>
          </a:p>
        </p:txBody>
      </p:sp>
      <p:sp>
        <p:nvSpPr>
          <p:cNvPr id="17" name="ANUARIO_CONTENIDO_0_0_3">
            <a:extLst xmlns:a="http://schemas.openxmlformats.org/drawingml/2006/main">
              <a:ext uri="{FF2B5EF4-FFF2-40B4-BE49-F238E27FC236}">
                <a16:creationId xmlns:a16="http://schemas.microsoft.com/office/drawing/2014/main" id="{F0164C54-0021-4606-A1BC-B1BE8AC3086D}"/>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Over</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the</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Top</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(OTT)</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según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24BC0660-80F8-4AE7-8B1E-3F511B6461F0}"/>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sustitutos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potenciales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ACA6A8A2-D453-4EE2-A92F-5E19E16EBD93}"/>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audiovisual.</a:t>
            </a:r>
          </a:p>
        </p:txBody>
      </p:sp>
      <p:sp>
        <p:nvSpPr>
          <p:cNvPr id="20" name="ANUARIO_ANEXO_P124_DESIGN_2026">
            <a:extLst xmlns:a="http://schemas.openxmlformats.org/drawingml/2006/main">
              <a:ext uri="{FF2B5EF4-FFF2-40B4-BE49-F238E27FC236}">
                <a16:creationId xmlns:a16="http://schemas.microsoft.com/office/drawing/2014/main" id="{74DE36E7-EB57-4F0B-8A85-0CA070A912F8}"/>
              </a:ext>
            </a:extLst>
          </p:cNvPr>
          <p:cNvSpPr>
            <a:spLocks xmlns:a="http://schemas.openxmlformats.org/drawingml/2006/main" noGrp="1"/>
          </p:cNvSpPr>
          <p:nvPr/>
        </p:nvSpPr>
        <p:spPr>
          <a:xfrm xmlns:a="http://schemas.openxmlformats.org/drawingml/2006/main">
            <a:off x="301752" y="1794172"/>
            <a:ext cx="4178808" cy="2668100"/>
          </a:xfrm>
          <a:prstGeom xmlns:a="http://schemas.openxmlformats.org/drawingml/2006/main" prst="roundRect">
            <a:avLst>
              <a:gd name="adj" fmla="val 2056"/>
            </a:avLst>
          </a:prstGeom>
          <a:solidFill xmlns:a="http://schemas.openxmlformats.org/drawingml/2006/main">
            <a:srgbClr val="F6FAF9"/>
          </a:solidFill>
          <a:ln xmlns:a="http://schemas.openxmlformats.org/drawingml/2006/main" w="9525">
            <a:solidFill>
              <a:srgbClr val="C9DAD6"/>
            </a:solidFill>
          </a:ln>
        </p:spPr>
      </p:sp>
      <p:sp>
        <p:nvSpPr>
          <p:cNvPr id="21" name="ANUARIO_ACENTO">
            <a:extLst xmlns:a="http://schemas.openxmlformats.org/drawingml/2006/main">
              <a:ext uri="{FF2B5EF4-FFF2-40B4-BE49-F238E27FC236}">
                <a16:creationId xmlns:a16="http://schemas.microsoft.com/office/drawing/2014/main" id="{51162988-A0A1-4608-BE27-73DA260C963B}"/>
              </a:ext>
            </a:extLst>
          </p:cNvPr>
          <p:cNvSpPr>
            <a:spLocks xmlns:a="http://schemas.openxmlformats.org/drawingml/2006/main" noGrp="1"/>
          </p:cNvSpPr>
          <p:nvPr/>
        </p:nvSpPr>
        <p:spPr>
          <a:xfrm xmlns:a="http://schemas.openxmlformats.org/drawingml/2006/main">
            <a:off x="301752" y="1867324"/>
            <a:ext cx="64008" cy="2521796"/>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2" name="ANUARIO_LETRA_FONDO">
            <a:extLst xmlns:a="http://schemas.openxmlformats.org/drawingml/2006/main">
              <a:ext uri="{FF2B5EF4-FFF2-40B4-BE49-F238E27FC236}">
                <a16:creationId xmlns:a16="http://schemas.microsoft.com/office/drawing/2014/main" id="{012E2182-291C-40C2-9C6C-F01677359C63}"/>
              </a:ext>
            </a:extLst>
          </p:cNvPr>
          <p:cNvSpPr>
            <a:spLocks xmlns:a="http://schemas.openxmlformats.org/drawingml/2006/main" noGrp="1"/>
          </p:cNvSpPr>
          <p:nvPr/>
        </p:nvSpPr>
        <p:spPr>
          <a:xfrm xmlns:a="http://schemas.openxmlformats.org/drawingml/2006/main">
            <a:off x="466344" y="1867324"/>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23" name="ANUARIO_LETRA">
            <a:extLst xmlns:a="http://schemas.openxmlformats.org/drawingml/2006/main">
              <a:ext uri="{FF2B5EF4-FFF2-40B4-BE49-F238E27FC236}">
                <a16:creationId xmlns:a16="http://schemas.microsoft.com/office/drawing/2014/main" id="{4037A7EC-B1F9-4630-93BD-9E462471CF09}"/>
              </a:ext>
            </a:extLst>
          </p:cNvPr>
          <p:cNvSpPr>
            <a:spLocks xmlns:a="http://schemas.openxmlformats.org/drawingml/2006/main" noGrp="1"/>
          </p:cNvSpPr>
          <p:nvPr/>
        </p:nvSpPr>
        <p:spPr>
          <a:xfrm xmlns:a="http://schemas.openxmlformats.org/drawingml/2006/main">
            <a:off x="466344" y="1885612"/>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P</a:t>
            </a:r>
          </a:p>
        </p:txBody>
      </p:sp>
      <p:sp>
        <p:nvSpPr>
          <p:cNvPr id="24" name="ANUARIO_CONTENIDO_0_1_0">
            <a:extLst xmlns:a="http://schemas.openxmlformats.org/drawingml/2006/main">
              <a:ext uri="{FF2B5EF4-FFF2-40B4-BE49-F238E27FC236}">
                <a16:creationId xmlns:a16="http://schemas.microsoft.com/office/drawing/2014/main" id="{A13056F7-063C-4B97-A23A-BF72F1097789}"/>
              </a:ext>
            </a:extLst>
          </p:cNvPr>
          <p:cNvSpPr>
            <a:spLocks xmlns:a="http://schemas.openxmlformats.org/drawingml/2006/main" noGrp="1"/>
          </p:cNvSpPr>
          <p:nvPr/>
        </p:nvSpPr>
        <p:spPr>
          <a:xfrm xmlns:a="http://schemas.openxmlformats.org/drawingml/2006/main">
            <a:off x="466344" y="21050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Partidos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1_1">
            <a:extLst xmlns:a="http://schemas.openxmlformats.org/drawingml/2006/main">
              <a:ext uri="{FF2B5EF4-FFF2-40B4-BE49-F238E27FC236}">
                <a16:creationId xmlns:a16="http://schemas.microsoft.com/office/drawing/2014/main" id="{14C0CA07-D5E8-4FCD-80DC-3997E110AC30}"/>
              </a:ext>
            </a:extLst>
          </p:cNvPr>
          <p:cNvSpPr>
            <a:spLocks xmlns:a="http://schemas.openxmlformats.org/drawingml/2006/main" noGrp="1"/>
          </p:cNvSpPr>
          <p:nvPr/>
        </p:nvSpPr>
        <p:spPr>
          <a:xfrm xmlns:a="http://schemas.openxmlformats.org/drawingml/2006/main">
            <a:off x="466344" y="21975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mensajes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actividades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registrados.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26" name="ANUARIO_CONTENIDO_0_1_2">
            <a:extLst xmlns:a="http://schemas.openxmlformats.org/drawingml/2006/main">
              <a:ext uri="{FF2B5EF4-FFF2-40B4-BE49-F238E27FC236}">
                <a16:creationId xmlns:a16="http://schemas.microsoft.com/office/drawing/2014/main" id="{DA7AF10B-395A-4A17-8E50-1B3815F98BAC}"/>
              </a:ext>
            </a:extLst>
          </p:cNvPr>
          <p:cNvSpPr>
            <a:spLocks xmlns:a="http://schemas.openxmlformats.org/drawingml/2006/main" noGrp="1"/>
          </p:cNvSpPr>
          <p:nvPr/>
        </p:nvSpPr>
        <p:spPr>
          <a:xfrm xmlns:a="http://schemas.openxmlformats.org/drawingml/2006/main">
            <a:off x="466344" y="22899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identificaciones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políticas.</a:t>
            </a:r>
          </a:p>
        </p:txBody>
      </p:sp>
      <p:sp>
        <p:nvSpPr>
          <p:cNvPr id="27" name="ANUARIO_CONTENIDO_0_1_3">
            <a:extLst xmlns:a="http://schemas.openxmlformats.org/drawingml/2006/main">
              <a:ext uri="{FF2B5EF4-FFF2-40B4-BE49-F238E27FC236}">
                <a16:creationId xmlns:a16="http://schemas.microsoft.com/office/drawing/2014/main" id="{54E74B4C-1BC6-4EDD-AAC1-F46314040C9B}"/>
              </a:ext>
            </a:extLst>
          </p:cNvPr>
          <p:cNvSpPr>
            <a:spLocks xmlns:a="http://schemas.openxmlformats.org/drawingml/2006/main" noGrp="1"/>
          </p:cNvSpPr>
          <p:nvPr/>
        </p:nvSpPr>
        <p:spPr>
          <a:xfrm xmlns:a="http://schemas.openxmlformats.org/drawingml/2006/main">
            <a:off x="466344" y="24078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Películas: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genérica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Normalmente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28" name="ANUARIO_CONTENIDO_0_1_4">
            <a:extLst xmlns:a="http://schemas.openxmlformats.org/drawingml/2006/main">
              <a:ext uri="{FF2B5EF4-FFF2-40B4-BE49-F238E27FC236}">
                <a16:creationId xmlns:a16="http://schemas.microsoft.com/office/drawing/2014/main" id="{CF4CD4FA-2F1B-42E0-A480-F0BE0088981F}"/>
              </a:ext>
            </a:extLst>
          </p:cNvPr>
          <p:cNvSpPr>
            <a:spLocks xmlns:a="http://schemas.openxmlformats.org/drawingml/2006/main" noGrp="1"/>
          </p:cNvSpPr>
          <p:nvPr/>
        </p:nvSpPr>
        <p:spPr>
          <a:xfrm xmlns:a="http://schemas.openxmlformats.org/drawingml/2006/main">
            <a:off x="466344" y="25002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transmite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9" name="ANUARIO_CONTENIDO_0_1_5">
            <a:extLst xmlns:a="http://schemas.openxmlformats.org/drawingml/2006/main">
              <a:ext uri="{FF2B5EF4-FFF2-40B4-BE49-F238E27FC236}">
                <a16:creationId xmlns:a16="http://schemas.microsoft.com/office/drawing/2014/main" id="{14E35C7E-B8E3-486B-A170-772F1C350F60}"/>
              </a:ext>
            </a:extLst>
          </p:cNvPr>
          <p:cNvSpPr>
            <a:spLocks xmlns:a="http://schemas.openxmlformats.org/drawingml/2006/main" noGrp="1"/>
          </p:cNvSpPr>
          <p:nvPr/>
        </p:nvSpPr>
        <p:spPr>
          <a:xfrm xmlns:a="http://schemas.openxmlformats.org/drawingml/2006/main">
            <a:off x="466344" y="25927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contemplado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carácter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didáctico</a:t>
            </a:r>
            <a:r>
              <a:rPr sz="650" b="0" i="0">
                <a:solidFill>
                  <a:srgbClr val="24383A"/>
                </a:solidFill>
                <a:latin typeface="DejaVu Sans"/>
                <a:ea typeface="DejaVu Sans"/>
                <a:cs typeface="DejaVu Sans"/>
              </a:rPr>
              <a:t> </a:t>
            </a:r>
          </a:p>
        </p:txBody>
      </p:sp>
      <p:sp>
        <p:nvSpPr>
          <p:cNvPr id="30" name="ANUARIO_CONTENIDO_0_1_6">
            <a:extLst xmlns:a="http://schemas.openxmlformats.org/drawingml/2006/main">
              <a:ext uri="{FF2B5EF4-FFF2-40B4-BE49-F238E27FC236}">
                <a16:creationId xmlns:a16="http://schemas.microsoft.com/office/drawing/2014/main" id="{869748DC-AC21-4BA7-883F-27B682DF0366}"/>
              </a:ext>
            </a:extLst>
          </p:cNvPr>
          <p:cNvSpPr>
            <a:spLocks xmlns:a="http://schemas.openxmlformats.org/drawingml/2006/main" noGrp="1"/>
          </p:cNvSpPr>
          <p:nvPr/>
        </p:nvSpPr>
        <p:spPr>
          <a:xfrm xmlns:a="http://schemas.openxmlformats.org/drawingml/2006/main">
            <a:off x="466344" y="26852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entrevistas.</a:t>
            </a:r>
          </a:p>
        </p:txBody>
      </p:sp>
      <p:sp>
        <p:nvSpPr>
          <p:cNvPr id="31" name="ANUARIO_CONTENIDO_0_1_7">
            <a:extLst xmlns:a="http://schemas.openxmlformats.org/drawingml/2006/main">
              <a:ext uri="{FF2B5EF4-FFF2-40B4-BE49-F238E27FC236}">
                <a16:creationId xmlns:a16="http://schemas.microsoft.com/office/drawing/2014/main" id="{140A44B2-411E-4FFD-8ECB-5FC7AE4EB09D}"/>
              </a:ext>
            </a:extLst>
          </p:cNvPr>
          <p:cNvSpPr>
            <a:spLocks xmlns:a="http://schemas.openxmlformats.org/drawingml/2006/main" noGrp="1"/>
          </p:cNvSpPr>
          <p:nvPr/>
        </p:nvSpPr>
        <p:spPr>
          <a:xfrm xmlns:a="http://schemas.openxmlformats.org/drawingml/2006/main">
            <a:off x="466344" y="28030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Producto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Bruto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(PIB):</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2" name="ANUARIO_CONTENIDO_0_1_8">
            <a:extLst xmlns:a="http://schemas.openxmlformats.org/drawingml/2006/main">
              <a:ext uri="{FF2B5EF4-FFF2-40B4-BE49-F238E27FC236}">
                <a16:creationId xmlns:a16="http://schemas.microsoft.com/office/drawing/2014/main" id="{C254C85B-1E28-4705-8743-45EBFED8C3AC}"/>
              </a:ext>
            </a:extLst>
          </p:cNvPr>
          <p:cNvSpPr>
            <a:spLocks xmlns:a="http://schemas.openxmlformats.org/drawingml/2006/main" noGrp="1"/>
          </p:cNvSpPr>
          <p:nvPr/>
        </p:nvSpPr>
        <p:spPr>
          <a:xfrm xmlns:a="http://schemas.openxmlformats.org/drawingml/2006/main">
            <a:off x="466344" y="28955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p>
        </p:txBody>
      </p:sp>
      <p:sp>
        <p:nvSpPr>
          <p:cNvPr id="33" name="ANUARIO_CONTENIDO_0_1_9">
            <a:extLst xmlns:a="http://schemas.openxmlformats.org/drawingml/2006/main">
              <a:ext uri="{FF2B5EF4-FFF2-40B4-BE49-F238E27FC236}">
                <a16:creationId xmlns:a16="http://schemas.microsoft.com/office/drawing/2014/main" id="{8FF594CC-6A4B-4C25-8B69-C6524563C064}"/>
              </a:ext>
            </a:extLst>
          </p:cNvPr>
          <p:cNvSpPr>
            <a:spLocks xmlns:a="http://schemas.openxmlformats.org/drawingml/2006/main" noGrp="1"/>
          </p:cNvSpPr>
          <p:nvPr/>
        </p:nvSpPr>
        <p:spPr>
          <a:xfrm xmlns:a="http://schemas.openxmlformats.org/drawingml/2006/main">
            <a:off x="466344" y="29879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constantes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2018.</a:t>
            </a:r>
          </a:p>
        </p:txBody>
      </p:sp>
      <p:sp>
        <p:nvSpPr>
          <p:cNvPr id="34" name="ANUARIO_CONTENIDO_0_1_10">
            <a:extLst xmlns:a="http://schemas.openxmlformats.org/drawingml/2006/main">
              <a:ext uri="{FF2B5EF4-FFF2-40B4-BE49-F238E27FC236}">
                <a16:creationId xmlns:a16="http://schemas.microsoft.com/office/drawing/2014/main" id="{A59A4652-E4B1-4D0D-BAB6-51F65F82C8A9}"/>
              </a:ext>
            </a:extLst>
          </p:cNvPr>
          <p:cNvSpPr>
            <a:spLocks xmlns:a="http://schemas.openxmlformats.org/drawingml/2006/main" noGrp="1"/>
          </p:cNvSpPr>
          <p:nvPr/>
        </p:nvSpPr>
        <p:spPr>
          <a:xfrm xmlns:a="http://schemas.openxmlformats.org/drawingml/2006/main">
            <a:off x="466344" y="31058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controlado: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p>
        </p:txBody>
      </p:sp>
      <p:sp>
        <p:nvSpPr>
          <p:cNvPr id="35" name="ANUARIO_CONTENIDO_0_1_11">
            <a:extLst xmlns:a="http://schemas.openxmlformats.org/drawingml/2006/main">
              <a:ext uri="{FF2B5EF4-FFF2-40B4-BE49-F238E27FC236}">
                <a16:creationId xmlns:a16="http://schemas.microsoft.com/office/drawing/2014/main" id="{2D89F53F-9C3B-480A-BB97-241F1465E7DE}"/>
              </a:ext>
            </a:extLst>
          </p:cNvPr>
          <p:cNvSpPr>
            <a:spLocks xmlns:a="http://schemas.openxmlformats.org/drawingml/2006/main" noGrp="1"/>
          </p:cNvSpPr>
          <p:nvPr/>
        </p:nvSpPr>
        <p:spPr>
          <a:xfrm xmlns:a="http://schemas.openxmlformats.org/drawingml/2006/main">
            <a:off x="466344" y="31982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p>
        </p:txBody>
      </p:sp>
      <p:sp>
        <p:nvSpPr>
          <p:cNvPr id="36" name="ANUARIO_CONTENIDO_0_1_12">
            <a:extLst xmlns:a="http://schemas.openxmlformats.org/drawingml/2006/main">
              <a:ext uri="{FF2B5EF4-FFF2-40B4-BE49-F238E27FC236}">
                <a16:creationId xmlns:a16="http://schemas.microsoft.com/office/drawing/2014/main" id="{668CA4D9-5814-42B1-B154-16D18B042E80}"/>
              </a:ext>
            </a:extLst>
          </p:cNvPr>
          <p:cNvSpPr>
            <a:spLocks xmlns:a="http://schemas.openxmlformats.org/drawingml/2006/main" noGrp="1"/>
          </p:cNvSpPr>
          <p:nvPr/>
        </p:nvSpPr>
        <p:spPr>
          <a:xfrm xmlns:a="http://schemas.openxmlformats.org/drawingml/2006/main">
            <a:off x="466344" y="32907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p>
        </p:txBody>
      </p:sp>
      <p:sp>
        <p:nvSpPr>
          <p:cNvPr id="37" name="ANUARIO_CONTENIDO_0_1_13">
            <a:extLst xmlns:a="http://schemas.openxmlformats.org/drawingml/2006/main">
              <a:ext uri="{FF2B5EF4-FFF2-40B4-BE49-F238E27FC236}">
                <a16:creationId xmlns:a16="http://schemas.microsoft.com/office/drawing/2014/main" id="{6306A1BB-393E-4AEF-BABA-08BD43018F6B}"/>
              </a:ext>
            </a:extLst>
          </p:cNvPr>
          <p:cNvSpPr>
            <a:spLocks xmlns:a="http://schemas.openxmlformats.org/drawingml/2006/main" noGrp="1"/>
          </p:cNvSpPr>
          <p:nvPr/>
        </p:nvSpPr>
        <p:spPr>
          <a:xfrm xmlns:a="http://schemas.openxmlformats.org/drawingml/2006/main">
            <a:off x="466344" y="34085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libre: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8" name="ANUARIO_CONTENIDO_0_1_14">
            <a:extLst xmlns:a="http://schemas.openxmlformats.org/drawingml/2006/main">
              <a:ext uri="{FF2B5EF4-FFF2-40B4-BE49-F238E27FC236}">
                <a16:creationId xmlns:a16="http://schemas.microsoft.com/office/drawing/2014/main" id="{14734F85-BEC3-4148-B498-84180D70A323}"/>
              </a:ext>
            </a:extLst>
          </p:cNvPr>
          <p:cNvSpPr>
            <a:spLocks xmlns:a="http://schemas.openxmlformats.org/drawingml/2006/main" noGrp="1"/>
          </p:cNvSpPr>
          <p:nvPr/>
        </p:nvSpPr>
        <p:spPr>
          <a:xfrm xmlns:a="http://schemas.openxmlformats.org/drawingml/2006/main">
            <a:off x="466344" y="35010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inicialmente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p>
        </p:txBody>
      </p:sp>
      <p:sp>
        <p:nvSpPr>
          <p:cNvPr id="39" name="ANUARIO_CONTENIDO_0_1_15">
            <a:extLst xmlns:a="http://schemas.openxmlformats.org/drawingml/2006/main">
              <a:ext uri="{FF2B5EF4-FFF2-40B4-BE49-F238E27FC236}">
                <a16:creationId xmlns:a16="http://schemas.microsoft.com/office/drawing/2014/main" id="{AFF96B0F-EA3C-41D8-903E-C7912E5927FD}"/>
              </a:ext>
            </a:extLst>
          </p:cNvPr>
          <p:cNvSpPr>
            <a:spLocks xmlns:a="http://schemas.openxmlformats.org/drawingml/2006/main" noGrp="1"/>
          </p:cNvSpPr>
          <p:nvPr/>
        </p:nvSpPr>
        <p:spPr>
          <a:xfrm xmlns:a="http://schemas.openxmlformats.org/drawingml/2006/main">
            <a:off x="466344" y="35935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(prepago).</a:t>
            </a:r>
          </a:p>
        </p:txBody>
      </p:sp>
      <p:sp>
        <p:nvSpPr>
          <p:cNvPr id="40" name="ANUARIO_CONTENIDO_0_1_16">
            <a:extLst xmlns:a="http://schemas.openxmlformats.org/drawingml/2006/main">
              <a:ext uri="{FF2B5EF4-FFF2-40B4-BE49-F238E27FC236}">
                <a16:creationId xmlns:a16="http://schemas.microsoft.com/office/drawing/2014/main" id="{44FB9E5B-D7EE-4336-BA38-FF2A6EF9ABF6}"/>
              </a:ext>
            </a:extLst>
          </p:cNvPr>
          <p:cNvSpPr>
            <a:spLocks xmlns:a="http://schemas.openxmlformats.org/drawingml/2006/main" noGrp="1"/>
          </p:cNvSpPr>
          <p:nvPr/>
        </p:nvSpPr>
        <p:spPr>
          <a:xfrm xmlns:a="http://schemas.openxmlformats.org/drawingml/2006/main">
            <a:off x="466344" y="37113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1" name="ANUARIO_CONTENIDO_0_1_17">
            <a:extLst xmlns:a="http://schemas.openxmlformats.org/drawingml/2006/main">
              <a:ext uri="{FF2B5EF4-FFF2-40B4-BE49-F238E27FC236}">
                <a16:creationId xmlns:a16="http://schemas.microsoft.com/office/drawing/2014/main" id="{A5C2DFC4-0327-4089-A286-C68767312DAC}"/>
              </a:ext>
            </a:extLst>
          </p:cNvPr>
          <p:cNvSpPr>
            <a:spLocks xmlns:a="http://schemas.openxmlformats.org/drawingml/2006/main" noGrp="1"/>
          </p:cNvSpPr>
          <p:nvPr/>
        </p:nvSpPr>
        <p:spPr>
          <a:xfrm xmlns:a="http://schemas.openxmlformats.org/drawingml/2006/main">
            <a:off x="466344" y="38038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2" name="ANUARIO_CONTENIDO_0_1_18">
            <a:extLst xmlns:a="http://schemas.openxmlformats.org/drawingml/2006/main">
              <a:ext uri="{FF2B5EF4-FFF2-40B4-BE49-F238E27FC236}">
                <a16:creationId xmlns:a16="http://schemas.microsoft.com/office/drawing/2014/main" id="{5543A42C-AA74-4C6E-B48F-0CD5DE00C24A}"/>
              </a:ext>
            </a:extLst>
          </p:cNvPr>
          <p:cNvSpPr>
            <a:spLocks xmlns:a="http://schemas.openxmlformats.org/drawingml/2006/main" noGrp="1"/>
          </p:cNvSpPr>
          <p:nvPr/>
        </p:nvSpPr>
        <p:spPr>
          <a:xfrm xmlns:a="http://schemas.openxmlformats.org/drawingml/2006/main">
            <a:off x="466344" y="39216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Prepago: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3" name="ANUARIO_CONTENIDO_0_1_19">
            <a:extLst xmlns:a="http://schemas.openxmlformats.org/drawingml/2006/main">
              <a:ext uri="{FF2B5EF4-FFF2-40B4-BE49-F238E27FC236}">
                <a16:creationId xmlns:a16="http://schemas.microsoft.com/office/drawing/2014/main" id="{1A1CE70D-EE9F-459A-B09E-134A2CC1BF0B}"/>
              </a:ext>
            </a:extLst>
          </p:cNvPr>
          <p:cNvSpPr>
            <a:spLocks xmlns:a="http://schemas.openxmlformats.org/drawingml/2006/main" noGrp="1"/>
          </p:cNvSpPr>
          <p:nvPr/>
        </p:nvSpPr>
        <p:spPr>
          <a:xfrm xmlns:a="http://schemas.openxmlformats.org/drawingml/2006/main">
            <a:off x="466344" y="40141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anticipada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4" name="ANUARIO_ANEXO_P124_DESIGN_2026">
            <a:extLst xmlns:a="http://schemas.openxmlformats.org/drawingml/2006/main">
              <a:ext uri="{FF2B5EF4-FFF2-40B4-BE49-F238E27FC236}">
                <a16:creationId xmlns:a16="http://schemas.microsoft.com/office/drawing/2014/main" id="{177C0CC3-69FE-4FF5-8BD4-400F150508E0}"/>
              </a:ext>
            </a:extLst>
          </p:cNvPr>
          <p:cNvSpPr>
            <a:spLocks xmlns:a="http://schemas.openxmlformats.org/drawingml/2006/main" noGrp="1"/>
          </p:cNvSpPr>
          <p:nvPr/>
        </p:nvSpPr>
        <p:spPr>
          <a:xfrm xmlns:a="http://schemas.openxmlformats.org/drawingml/2006/main">
            <a:off x="4663440" y="566928"/>
            <a:ext cx="4178808" cy="1373975"/>
          </a:xfrm>
          <a:prstGeom xmlns:a="http://schemas.openxmlformats.org/drawingml/2006/main" prst="roundRect">
            <a:avLst>
              <a:gd name="adj" fmla="val 3993"/>
            </a:avLst>
          </a:prstGeom>
          <a:solidFill xmlns:a="http://schemas.openxmlformats.org/drawingml/2006/main">
            <a:srgbClr val="F6FAF9"/>
          </a:solidFill>
          <a:ln xmlns:a="http://schemas.openxmlformats.org/drawingml/2006/main" w="9525">
            <a:solidFill>
              <a:srgbClr val="C9DAD6"/>
            </a:solidFill>
          </a:ln>
        </p:spPr>
      </p:sp>
      <p:sp>
        <p:nvSpPr>
          <p:cNvPr id="45" name="ANUARIO_ACENTO">
            <a:extLst xmlns:a="http://schemas.openxmlformats.org/drawingml/2006/main">
              <a:ext uri="{FF2B5EF4-FFF2-40B4-BE49-F238E27FC236}">
                <a16:creationId xmlns:a16="http://schemas.microsoft.com/office/drawing/2014/main" id="{D362C69E-84B0-445D-AE50-BF9E4C550234}"/>
              </a:ext>
            </a:extLst>
          </p:cNvPr>
          <p:cNvSpPr>
            <a:spLocks xmlns:a="http://schemas.openxmlformats.org/drawingml/2006/main" noGrp="1"/>
          </p:cNvSpPr>
          <p:nvPr/>
        </p:nvSpPr>
        <p:spPr>
          <a:xfrm xmlns:a="http://schemas.openxmlformats.org/drawingml/2006/main">
            <a:off x="4663440" y="640080"/>
            <a:ext cx="64008" cy="1227671"/>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6" name="ANUARIO_LETRA_FONDO">
            <a:extLst xmlns:a="http://schemas.openxmlformats.org/drawingml/2006/main">
              <a:ext uri="{FF2B5EF4-FFF2-40B4-BE49-F238E27FC236}">
                <a16:creationId xmlns:a16="http://schemas.microsoft.com/office/drawing/2014/main" id="{F2EBE179-CA9F-4860-B84F-975F56DBAAEB}"/>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7" name="ANUARIO_LETRA">
            <a:extLst xmlns:a="http://schemas.openxmlformats.org/drawingml/2006/main">
              <a:ext uri="{FF2B5EF4-FFF2-40B4-BE49-F238E27FC236}">
                <a16:creationId xmlns:a16="http://schemas.microsoft.com/office/drawing/2014/main" id="{0892AA08-BD1A-4B1B-B224-571DE70784F4}"/>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R</a:t>
            </a:r>
          </a:p>
        </p:txBody>
      </p:sp>
      <p:sp>
        <p:nvSpPr>
          <p:cNvPr id="48" name="ANUARIO_CONTENIDO_1_0_0">
            <a:extLst xmlns:a="http://schemas.openxmlformats.org/drawingml/2006/main">
              <a:ext uri="{FF2B5EF4-FFF2-40B4-BE49-F238E27FC236}">
                <a16:creationId xmlns:a16="http://schemas.microsoft.com/office/drawing/2014/main" id="{98038B01-66DC-4DD4-B4A3-A4FFFBE7D616}"/>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Rating</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estuvieron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49" name="ANUARIO_CONTENIDO_1_0_1">
            <a:extLst xmlns:a="http://schemas.openxmlformats.org/drawingml/2006/main">
              <a:ext uri="{FF2B5EF4-FFF2-40B4-BE49-F238E27FC236}">
                <a16:creationId xmlns:a16="http://schemas.microsoft.com/office/drawing/2014/main" id="{81562BEF-511E-4641-811C-032B96DACE5A}"/>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p>
        </p:txBody>
      </p:sp>
      <p:sp>
        <p:nvSpPr>
          <p:cNvPr id="50" name="ANUARIO_CONTENIDO_1_0_2">
            <a:extLst xmlns:a="http://schemas.openxmlformats.org/drawingml/2006/main">
              <a:ext uri="{FF2B5EF4-FFF2-40B4-BE49-F238E27FC236}">
                <a16:creationId xmlns:a16="http://schemas.microsoft.com/office/drawing/2014/main" id="{C5994D18-F543-4A8E-9553-80C7E0AAAB69}"/>
              </a:ext>
            </a:extLst>
          </p:cNvPr>
          <p:cNvSpPr>
            <a:spLocks xmlns:a="http://schemas.openxmlformats.org/drawingml/2006/main" noGrp="1"/>
          </p:cNvSpPr>
          <p:nvPr/>
        </p:nvSpPr>
        <p:spPr>
          <a:xfrm xmlns:a="http://schemas.openxmlformats.org/drawingml/2006/main">
            <a:off x="4828032"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Reality</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Show</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donde</a:t>
            </a:r>
            <a:r>
              <a:rPr sz="650" b="0" i="0">
                <a:solidFill>
                  <a:srgbClr val="24383A"/>
                </a:solidFill>
                <a:latin typeface="DejaVu Sans"/>
                <a:ea typeface="DejaVu Sans"/>
                <a:cs typeface="DejaVu Sans"/>
              </a:rPr>
              <a:t> </a:t>
            </a:r>
          </a:p>
        </p:txBody>
      </p:sp>
      <p:sp>
        <p:nvSpPr>
          <p:cNvPr id="51" name="ANUARIO_CONTENIDO_1_0_3">
            <a:extLst xmlns:a="http://schemas.openxmlformats.org/drawingml/2006/main">
              <a:ext uri="{FF2B5EF4-FFF2-40B4-BE49-F238E27FC236}">
                <a16:creationId xmlns:a16="http://schemas.microsoft.com/office/drawing/2014/main" id="{7527D588-8A65-4DF3-B367-75B8AF03D7BF}"/>
              </a:ext>
            </a:extLst>
          </p:cNvPr>
          <p:cNvSpPr>
            <a:spLocks xmlns:a="http://schemas.openxmlformats.org/drawingml/2006/main" noGrp="1"/>
          </p:cNvSpPr>
          <p:nvPr/>
        </p:nvSpPr>
        <p:spPr>
          <a:xfrm xmlns:a="http://schemas.openxmlformats.org/drawingml/2006/main">
            <a:off x="4828032"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grupo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famosas-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grabadas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p>
        </p:txBody>
      </p:sp>
      <p:sp>
        <p:nvSpPr>
          <p:cNvPr id="52" name="ANUARIO_CONTENIDO_1_0_4">
            <a:extLst xmlns:a="http://schemas.openxmlformats.org/drawingml/2006/main">
              <a:ext uri="{FF2B5EF4-FFF2-40B4-BE49-F238E27FC236}">
                <a16:creationId xmlns:a16="http://schemas.microsoft.com/office/drawing/2014/main" id="{3AD56A16-64B9-4553-B418-AE68944949D8}"/>
              </a:ext>
            </a:extLst>
          </p:cNvPr>
          <p:cNvSpPr>
            <a:spLocks xmlns:a="http://schemas.openxmlformats.org/drawingml/2006/main" noGrp="1"/>
          </p:cNvSpPr>
          <p:nvPr/>
        </p:nvSpPr>
        <p:spPr>
          <a:xfrm xmlns:a="http://schemas.openxmlformats.org/drawingml/2006/main">
            <a:off x="4828032"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encuentran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sitio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53" name="ANUARIO_CONTENIDO_1_0_5">
            <a:extLst xmlns:a="http://schemas.openxmlformats.org/drawingml/2006/main">
              <a:ext uri="{FF2B5EF4-FFF2-40B4-BE49-F238E27FC236}">
                <a16:creationId xmlns:a16="http://schemas.microsoft.com/office/drawing/2014/main" id="{8879E920-B43F-4DA7-B8C8-103860F4710C}"/>
              </a:ext>
            </a:extLst>
          </p:cNvPr>
          <p:cNvSpPr>
            <a:spLocks xmlns:a="http://schemas.openxmlformats.org/drawingml/2006/main" noGrp="1"/>
          </p:cNvSpPr>
          <p:nvPr/>
        </p:nvSpPr>
        <p:spPr>
          <a:xfrm xmlns:a="http://schemas.openxmlformats.org/drawingml/2006/main">
            <a:off x="4828032"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compitiendo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premio.</a:t>
            </a:r>
          </a:p>
        </p:txBody>
      </p:sp>
      <p:sp>
        <p:nvSpPr>
          <p:cNvPr id="54" name="ANUARIO_CONTENIDO_1_0_6">
            <a:extLst xmlns:a="http://schemas.openxmlformats.org/drawingml/2006/main">
              <a:ext uri="{FF2B5EF4-FFF2-40B4-BE49-F238E27FC236}">
                <a16:creationId xmlns:a16="http://schemas.microsoft.com/office/drawing/2014/main" id="{59FFB0F6-F2DC-4246-ADCD-E9D29A771CB4}"/>
              </a:ext>
            </a:extLst>
          </p:cNvPr>
          <p:cNvSpPr>
            <a:spLocks xmlns:a="http://schemas.openxmlformats.org/drawingml/2006/main" noGrp="1"/>
          </p:cNvSpPr>
          <p:nvPr/>
        </p:nvSpPr>
        <p:spPr>
          <a:xfrm xmlns:a="http://schemas.openxmlformats.org/drawingml/2006/main">
            <a:off x="4828032" y="14833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Religión: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estrictamente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retiros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55" name="ANUARIO_CONTENIDO_1_0_7">
            <a:extLst xmlns:a="http://schemas.openxmlformats.org/drawingml/2006/main">
              <a:ext uri="{FF2B5EF4-FFF2-40B4-BE49-F238E27FC236}">
                <a16:creationId xmlns:a16="http://schemas.microsoft.com/office/drawing/2014/main" id="{DF876D5B-1DFF-46E2-B9E9-CA29CD6427DD}"/>
              </a:ext>
            </a:extLst>
          </p:cNvPr>
          <p:cNvSpPr>
            <a:spLocks xmlns:a="http://schemas.openxmlformats.org/drawingml/2006/main" noGrp="1"/>
          </p:cNvSpPr>
          <p:nvPr/>
        </p:nvSpPr>
        <p:spPr>
          <a:xfrm xmlns:a="http://schemas.openxmlformats.org/drawingml/2006/main">
            <a:off x="4828032"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coberturas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visitas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pastorales.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reportaje</a:t>
            </a:r>
            <a:r>
              <a:rPr sz="650" b="0" i="0">
                <a:solidFill>
                  <a:srgbClr val="24383A"/>
                </a:solidFill>
                <a:latin typeface="DejaVu Sans"/>
                <a:ea typeface="DejaVu Sans"/>
                <a:cs typeface="DejaVu Sans"/>
              </a:rPr>
              <a:t> </a:t>
            </a:r>
          </a:p>
        </p:txBody>
      </p:sp>
      <p:sp>
        <p:nvSpPr>
          <p:cNvPr id="56" name="ANUARIO_CONTENIDO_1_0_8">
            <a:extLst xmlns:a="http://schemas.openxmlformats.org/drawingml/2006/main">
              <a:ext uri="{FF2B5EF4-FFF2-40B4-BE49-F238E27FC236}">
                <a16:creationId xmlns:a16="http://schemas.microsoft.com/office/drawing/2014/main" id="{5D97706D-91C9-4B05-8FCD-660E778A5D6D}"/>
              </a:ext>
            </a:extLst>
          </p:cNvPr>
          <p:cNvSpPr>
            <a:spLocks xmlns:a="http://schemas.openxmlformats.org/drawingml/2006/main" noGrp="1"/>
          </p:cNvSpPr>
          <p:nvPr/>
        </p:nvSpPr>
        <p:spPr>
          <a:xfrm xmlns:a="http://schemas.openxmlformats.org/drawingml/2006/main">
            <a:off x="4828032"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capítulo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específico,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aborden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p>
        </p:txBody>
      </p:sp>
      <p:sp>
        <p:nvSpPr>
          <p:cNvPr id="57" name="ANUARIO_ANEXO_P124_DESIGN_2026">
            <a:extLst xmlns:a="http://schemas.openxmlformats.org/drawingml/2006/main">
              <a:ext uri="{FF2B5EF4-FFF2-40B4-BE49-F238E27FC236}">
                <a16:creationId xmlns:a16="http://schemas.microsoft.com/office/drawing/2014/main" id="{BD4FFAEA-81AD-4C9B-8570-440A40A0AD43}"/>
              </a:ext>
            </a:extLst>
          </p:cNvPr>
          <p:cNvSpPr>
            <a:spLocks xmlns:a="http://schemas.openxmlformats.org/drawingml/2006/main" noGrp="1"/>
          </p:cNvSpPr>
          <p:nvPr/>
        </p:nvSpPr>
        <p:spPr>
          <a:xfrm xmlns:a="http://schemas.openxmlformats.org/drawingml/2006/main">
            <a:off x="4663440" y="2032343"/>
            <a:ext cx="4178808" cy="2429929"/>
          </a:xfrm>
          <a:prstGeom xmlns:a="http://schemas.openxmlformats.org/drawingml/2006/main" prst="roundRect">
            <a:avLst>
              <a:gd name="adj" fmla="val 2258"/>
            </a:avLst>
          </a:prstGeom>
          <a:solidFill xmlns:a="http://schemas.openxmlformats.org/drawingml/2006/main">
            <a:srgbClr val="F6FAF9"/>
          </a:solidFill>
          <a:ln xmlns:a="http://schemas.openxmlformats.org/drawingml/2006/main" w="9525">
            <a:solidFill>
              <a:srgbClr val="C9DAD6"/>
            </a:solidFill>
          </a:ln>
        </p:spPr>
      </p:sp>
      <p:sp>
        <p:nvSpPr>
          <p:cNvPr id="58" name="ANUARIO_ACENTO">
            <a:extLst xmlns:a="http://schemas.openxmlformats.org/drawingml/2006/main">
              <a:ext uri="{FF2B5EF4-FFF2-40B4-BE49-F238E27FC236}">
                <a16:creationId xmlns:a16="http://schemas.microsoft.com/office/drawing/2014/main" id="{D701F3B3-AADA-4D46-B8B5-886EA406802A}"/>
              </a:ext>
            </a:extLst>
          </p:cNvPr>
          <p:cNvSpPr>
            <a:spLocks xmlns:a="http://schemas.openxmlformats.org/drawingml/2006/main" noGrp="1"/>
          </p:cNvSpPr>
          <p:nvPr/>
        </p:nvSpPr>
        <p:spPr>
          <a:xfrm xmlns:a="http://schemas.openxmlformats.org/drawingml/2006/main">
            <a:off x="4663440" y="2105495"/>
            <a:ext cx="64008" cy="2283625"/>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59" name="ANUARIO_LETRA_FONDO">
            <a:extLst xmlns:a="http://schemas.openxmlformats.org/drawingml/2006/main">
              <a:ext uri="{FF2B5EF4-FFF2-40B4-BE49-F238E27FC236}">
                <a16:creationId xmlns:a16="http://schemas.microsoft.com/office/drawing/2014/main" id="{BA43EEAC-A004-4224-A53D-AE5A88097F99}"/>
              </a:ext>
            </a:extLst>
          </p:cNvPr>
          <p:cNvSpPr>
            <a:spLocks xmlns:a="http://schemas.openxmlformats.org/drawingml/2006/main" noGrp="1"/>
          </p:cNvSpPr>
          <p:nvPr/>
        </p:nvSpPr>
        <p:spPr>
          <a:xfrm xmlns:a="http://schemas.openxmlformats.org/drawingml/2006/main">
            <a:off x="4828032" y="2105495"/>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0" name="ANUARIO_LETRA">
            <a:extLst xmlns:a="http://schemas.openxmlformats.org/drawingml/2006/main">
              <a:ext uri="{FF2B5EF4-FFF2-40B4-BE49-F238E27FC236}">
                <a16:creationId xmlns:a16="http://schemas.microsoft.com/office/drawing/2014/main" id="{328A74FE-3596-4BC4-837A-6965D35FF68B}"/>
              </a:ext>
            </a:extLst>
          </p:cNvPr>
          <p:cNvSpPr>
            <a:spLocks xmlns:a="http://schemas.openxmlformats.org/drawingml/2006/main" noGrp="1"/>
          </p:cNvSpPr>
          <p:nvPr/>
        </p:nvSpPr>
        <p:spPr>
          <a:xfrm xmlns:a="http://schemas.openxmlformats.org/drawingml/2006/main">
            <a:off x="4828032" y="2123783"/>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S</a:t>
            </a:r>
          </a:p>
        </p:txBody>
      </p:sp>
      <p:sp>
        <p:nvSpPr>
          <p:cNvPr id="61" name="ANUARIO_CONTENIDO_1_1_0">
            <a:extLst xmlns:a="http://schemas.openxmlformats.org/drawingml/2006/main">
              <a:ext uri="{FF2B5EF4-FFF2-40B4-BE49-F238E27FC236}">
                <a16:creationId xmlns:a16="http://schemas.microsoft.com/office/drawing/2014/main" id="{6CA5197E-DE38-4575-8933-78392421EC32}"/>
              </a:ext>
            </a:extLst>
          </p:cNvPr>
          <p:cNvSpPr>
            <a:spLocks xmlns:a="http://schemas.openxmlformats.org/drawingml/2006/main" noGrp="1"/>
          </p:cNvSpPr>
          <p:nvPr/>
        </p:nvSpPr>
        <p:spPr>
          <a:xfrm xmlns:a="http://schemas.openxmlformats.org/drawingml/2006/main">
            <a:off x="4828032" y="234323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Formato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emisiones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sucesivas,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62" name="ANUARIO_CONTENIDO_1_1_1">
            <a:extLst xmlns:a="http://schemas.openxmlformats.org/drawingml/2006/main">
              <a:ext uri="{FF2B5EF4-FFF2-40B4-BE49-F238E27FC236}">
                <a16:creationId xmlns:a16="http://schemas.microsoft.com/office/drawing/2014/main" id="{69AD4FD0-A366-4021-810C-3C6898E6AE9A}"/>
              </a:ext>
            </a:extLst>
          </p:cNvPr>
          <p:cNvSpPr>
            <a:spLocks xmlns:a="http://schemas.openxmlformats.org/drawingml/2006/main" noGrp="1"/>
          </p:cNvSpPr>
          <p:nvPr/>
        </p:nvSpPr>
        <p:spPr>
          <a:xfrm xmlns:a="http://schemas.openxmlformats.org/drawingml/2006/main">
            <a:off x="4828032" y="243569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argumental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temática,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63" name="ANUARIO_CONTENIDO_1_1_2">
            <a:extLst xmlns:a="http://schemas.openxmlformats.org/drawingml/2006/main">
              <a:ext uri="{FF2B5EF4-FFF2-40B4-BE49-F238E27FC236}">
                <a16:creationId xmlns:a16="http://schemas.microsoft.com/office/drawing/2014/main" id="{7FBC00E3-8614-4961-A958-A1D784E559CA}"/>
              </a:ext>
            </a:extLst>
          </p:cNvPr>
          <p:cNvSpPr>
            <a:spLocks xmlns:a="http://schemas.openxmlformats.org/drawingml/2006/main" noGrp="1"/>
          </p:cNvSpPr>
          <p:nvPr/>
        </p:nvSpPr>
        <p:spPr>
          <a:xfrm xmlns:a="http://schemas.openxmlformats.org/drawingml/2006/main">
            <a:off x="4828032" y="252815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episodios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subgéneros,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ficción,</a:t>
            </a:r>
            <a:r>
              <a:rPr sz="650" b="0" i="0">
                <a:solidFill>
                  <a:srgbClr val="24383A"/>
                </a:solidFill>
                <a:latin typeface="DejaVu Sans"/>
                <a:ea typeface="DejaVu Sans"/>
                <a:cs typeface="DejaVu Sans"/>
              </a:rPr>
              <a:t> </a:t>
            </a:r>
          </a:p>
        </p:txBody>
      </p:sp>
      <p:sp>
        <p:nvSpPr>
          <p:cNvPr id="64" name="ANUARIO_CONTENIDO_1_1_3">
            <a:extLst xmlns:a="http://schemas.openxmlformats.org/drawingml/2006/main">
              <a:ext uri="{FF2B5EF4-FFF2-40B4-BE49-F238E27FC236}">
                <a16:creationId xmlns:a16="http://schemas.microsoft.com/office/drawing/2014/main" id="{96FD1059-6954-4771-B474-EB1BAB2A95BF}"/>
              </a:ext>
            </a:extLst>
          </p:cNvPr>
          <p:cNvSpPr>
            <a:spLocks xmlns:a="http://schemas.openxmlformats.org/drawingml/2006/main" noGrp="1"/>
          </p:cNvSpPr>
          <p:nvPr/>
        </p:nvSpPr>
        <p:spPr>
          <a:xfrm xmlns:a="http://schemas.openxmlformats.org/drawingml/2006/main">
            <a:off x="4828032" y="262060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suspenso,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comedia,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etcétera.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encontrar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tanto</a:t>
            </a:r>
            <a:r>
              <a:rPr sz="650" b="0" i="0">
                <a:solidFill>
                  <a:srgbClr val="24383A"/>
                </a:solidFill>
                <a:latin typeface="DejaVu Sans"/>
                <a:ea typeface="DejaVu Sans"/>
                <a:cs typeface="DejaVu Sans"/>
              </a:rPr>
              <a:t> </a:t>
            </a:r>
          </a:p>
        </p:txBody>
      </p:sp>
      <p:sp>
        <p:nvSpPr>
          <p:cNvPr id="65" name="ANUARIO_CONTENIDO_1_1_4">
            <a:extLst xmlns:a="http://schemas.openxmlformats.org/drawingml/2006/main">
              <a:ext uri="{FF2B5EF4-FFF2-40B4-BE49-F238E27FC236}">
                <a16:creationId xmlns:a16="http://schemas.microsoft.com/office/drawing/2014/main" id="{C2406386-076D-418D-A2D2-E9BA02F7A43D}"/>
              </a:ext>
            </a:extLst>
          </p:cNvPr>
          <p:cNvSpPr>
            <a:spLocks xmlns:a="http://schemas.openxmlformats.org/drawingml/2006/main" noGrp="1"/>
          </p:cNvSpPr>
          <p:nvPr/>
        </p:nvSpPr>
        <p:spPr>
          <a:xfrm xmlns:a="http://schemas.openxmlformats.org/drawingml/2006/main">
            <a:off x="4828032" y="271306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miniseries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agrupan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66" name="ANUARIO_CONTENIDO_1_1_5">
            <a:extLst xmlns:a="http://schemas.openxmlformats.org/drawingml/2006/main">
              <a:ext uri="{FF2B5EF4-FFF2-40B4-BE49-F238E27FC236}">
                <a16:creationId xmlns:a16="http://schemas.microsoft.com/office/drawing/2014/main" id="{46F8C4A1-9EA2-4751-9F7C-8B3A605C8123}"/>
              </a:ext>
            </a:extLst>
          </p:cNvPr>
          <p:cNvSpPr>
            <a:spLocks xmlns:a="http://schemas.openxmlformats.org/drawingml/2006/main" noGrp="1"/>
          </p:cNvSpPr>
          <p:nvPr/>
        </p:nvSpPr>
        <p:spPr>
          <a:xfrm xmlns:a="http://schemas.openxmlformats.org/drawingml/2006/main">
            <a:off x="4828032" y="280551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formato.</a:t>
            </a:r>
          </a:p>
        </p:txBody>
      </p:sp>
      <p:sp>
        <p:nvSpPr>
          <p:cNvPr id="67" name="ANUARIO_CONTENIDO_1_1_6">
            <a:extLst xmlns:a="http://schemas.openxmlformats.org/drawingml/2006/main">
              <a:ext uri="{FF2B5EF4-FFF2-40B4-BE49-F238E27FC236}">
                <a16:creationId xmlns:a16="http://schemas.microsoft.com/office/drawing/2014/main" id="{990FEF35-CC4E-4E13-9DDD-E630E77BBEE5}"/>
              </a:ext>
            </a:extLst>
          </p:cNvPr>
          <p:cNvSpPr>
            <a:spLocks xmlns:a="http://schemas.openxmlformats.org/drawingml/2006/main" noGrp="1"/>
          </p:cNvSpPr>
          <p:nvPr/>
        </p:nvSpPr>
        <p:spPr>
          <a:xfrm xmlns:a="http://schemas.openxmlformats.org/drawingml/2006/main">
            <a:off x="4828032" y="292337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televisión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restringida: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p>
        </p:txBody>
      </p:sp>
      <p:sp>
        <p:nvSpPr>
          <p:cNvPr id="68" name="ANUARIO_CONTENIDO_1_1_7">
            <a:extLst xmlns:a="http://schemas.openxmlformats.org/drawingml/2006/main">
              <a:ext uri="{FF2B5EF4-FFF2-40B4-BE49-F238E27FC236}">
                <a16:creationId xmlns:a16="http://schemas.microsoft.com/office/drawing/2014/main" id="{CEBF3E02-4D07-45B9-9A87-1F3913C5B297}"/>
              </a:ext>
            </a:extLst>
          </p:cNvPr>
          <p:cNvSpPr>
            <a:spLocks xmlns:a="http://schemas.openxmlformats.org/drawingml/2006/main" noGrp="1"/>
          </p:cNvSpPr>
          <p:nvPr/>
        </p:nvSpPr>
        <p:spPr>
          <a:xfrm xmlns:a="http://schemas.openxmlformats.org/drawingml/2006/main">
            <a:off x="4828032" y="301583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video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públicas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1_8">
            <a:extLst xmlns:a="http://schemas.openxmlformats.org/drawingml/2006/main">
              <a:ext uri="{FF2B5EF4-FFF2-40B4-BE49-F238E27FC236}">
                <a16:creationId xmlns:a16="http://schemas.microsoft.com/office/drawing/2014/main" id="{8CC4186C-2C71-4673-9A36-21816FF73693}"/>
              </a:ext>
            </a:extLst>
          </p:cNvPr>
          <p:cNvSpPr>
            <a:spLocks xmlns:a="http://schemas.openxmlformats.org/drawingml/2006/main" noGrp="1"/>
          </p:cNvSpPr>
          <p:nvPr/>
        </p:nvSpPr>
        <p:spPr>
          <a:xfrm xmlns:a="http://schemas.openxmlformats.org/drawingml/2006/main">
            <a:off x="4828032" y="310828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periódico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cantidad</a:t>
            </a:r>
            <a:r>
              <a:rPr sz="650" b="0" i="0">
                <a:solidFill>
                  <a:srgbClr val="24383A"/>
                </a:solidFill>
                <a:latin typeface="DejaVu Sans"/>
                <a:ea typeface="DejaVu Sans"/>
                <a:cs typeface="DejaVu Sans"/>
              </a:rPr>
              <a:t> </a:t>
            </a:r>
          </a:p>
        </p:txBody>
      </p:sp>
      <p:sp>
        <p:nvSpPr>
          <p:cNvPr id="70" name="ANUARIO_CONTENIDO_1_1_9">
            <a:extLst xmlns:a="http://schemas.openxmlformats.org/drawingml/2006/main">
              <a:ext uri="{FF2B5EF4-FFF2-40B4-BE49-F238E27FC236}">
                <a16:creationId xmlns:a16="http://schemas.microsoft.com/office/drawing/2014/main" id="{E22406CD-56A2-4BB6-A8CC-3269E5CFE645}"/>
              </a:ext>
            </a:extLst>
          </p:cNvPr>
          <p:cNvSpPr>
            <a:spLocks xmlns:a="http://schemas.openxmlformats.org/drawingml/2006/main" noGrp="1"/>
          </p:cNvSpPr>
          <p:nvPr/>
        </p:nvSpPr>
        <p:spPr>
          <a:xfrm xmlns:a="http://schemas.openxmlformats.org/drawingml/2006/main">
            <a:off x="4828032" y="320074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accesos.</a:t>
            </a:r>
          </a:p>
        </p:txBody>
      </p:sp>
      <p:sp>
        <p:nvSpPr>
          <p:cNvPr id="71" name="ANUARIO_CONTENIDO_1_1_10">
            <a:extLst xmlns:a="http://schemas.openxmlformats.org/drawingml/2006/main">
              <a:ext uri="{FF2B5EF4-FFF2-40B4-BE49-F238E27FC236}">
                <a16:creationId xmlns:a16="http://schemas.microsoft.com/office/drawing/2014/main" id="{281C03F5-1222-4972-965C-22B10D24DC82}"/>
              </a:ext>
            </a:extLst>
          </p:cNvPr>
          <p:cNvSpPr>
            <a:spLocks xmlns:a="http://schemas.openxmlformats.org/drawingml/2006/main" noGrp="1"/>
          </p:cNvSpPr>
          <p:nvPr/>
        </p:nvSpPr>
        <p:spPr>
          <a:xfrm xmlns:a="http://schemas.openxmlformats.org/drawingml/2006/main">
            <a:off x="4828032" y="331859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acceso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Internet: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p>
        </p:txBody>
      </p:sp>
      <p:sp>
        <p:nvSpPr>
          <p:cNvPr id="72" name="ANUARIO_CONTENIDO_1_1_11">
            <a:extLst xmlns:a="http://schemas.openxmlformats.org/drawingml/2006/main">
              <a:ext uri="{FF2B5EF4-FFF2-40B4-BE49-F238E27FC236}">
                <a16:creationId xmlns:a16="http://schemas.microsoft.com/office/drawing/2014/main" id="{E0FBB3B9-6865-4878-A1DA-0A2FA9B7663B}"/>
              </a:ext>
            </a:extLst>
          </p:cNvPr>
          <p:cNvSpPr>
            <a:spLocks xmlns:a="http://schemas.openxmlformats.org/drawingml/2006/main" noGrp="1"/>
          </p:cNvSpPr>
          <p:nvPr/>
        </p:nvSpPr>
        <p:spPr>
          <a:xfrm xmlns:a="http://schemas.openxmlformats.org/drawingml/2006/main">
            <a:off x="4828032" y="341105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3" name="ANUARIO_CONTENIDO_1_1_12">
            <a:extLst xmlns:a="http://schemas.openxmlformats.org/drawingml/2006/main">
              <a:ext uri="{FF2B5EF4-FFF2-40B4-BE49-F238E27FC236}">
                <a16:creationId xmlns:a16="http://schemas.microsoft.com/office/drawing/2014/main" id="{1E168B36-6B22-414D-943F-356E91F124C7}"/>
              </a:ext>
            </a:extLst>
          </p:cNvPr>
          <p:cNvSpPr>
            <a:spLocks xmlns:a="http://schemas.openxmlformats.org/drawingml/2006/main" noGrp="1"/>
          </p:cNvSpPr>
          <p:nvPr/>
        </p:nvSpPr>
        <p:spPr>
          <a:xfrm xmlns:a="http://schemas.openxmlformats.org/drawingml/2006/main">
            <a:off x="4828032" y="350351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1_13">
            <a:extLst xmlns:a="http://schemas.openxmlformats.org/drawingml/2006/main">
              <a:ext uri="{FF2B5EF4-FFF2-40B4-BE49-F238E27FC236}">
                <a16:creationId xmlns:a16="http://schemas.microsoft.com/office/drawing/2014/main" id="{458F1169-111B-45C9-890D-839E8FBDC128}"/>
              </a:ext>
            </a:extLst>
          </p:cNvPr>
          <p:cNvSpPr>
            <a:spLocks xmlns:a="http://schemas.openxmlformats.org/drawingml/2006/main" noGrp="1"/>
          </p:cNvSpPr>
          <p:nvPr/>
        </p:nvSpPr>
        <p:spPr>
          <a:xfrm xmlns:a="http://schemas.openxmlformats.org/drawingml/2006/main">
            <a:off x="4828032" y="359596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accesos.</a:t>
            </a:r>
          </a:p>
        </p:txBody>
      </p:sp>
      <p:sp>
        <p:nvSpPr>
          <p:cNvPr id="75" name="ANUARIO_CONTENIDO_1_1_14">
            <a:extLst xmlns:a="http://schemas.openxmlformats.org/drawingml/2006/main">
              <a:ext uri="{FF2B5EF4-FFF2-40B4-BE49-F238E27FC236}">
                <a16:creationId xmlns:a16="http://schemas.microsoft.com/office/drawing/2014/main" id="{0CE38284-9FEC-43FD-A990-5D77C7CA85E2}"/>
              </a:ext>
            </a:extLst>
          </p:cNvPr>
          <p:cNvSpPr>
            <a:spLocks xmlns:a="http://schemas.openxmlformats.org/drawingml/2006/main" noGrp="1"/>
          </p:cNvSpPr>
          <p:nvPr/>
        </p:nvSpPr>
        <p:spPr>
          <a:xfrm xmlns:a="http://schemas.openxmlformats.org/drawingml/2006/main">
            <a:off x="4828032" y="371382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telefonía: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76" name="ANUARIO_CONTENIDO_1_1_15">
            <a:extLst xmlns:a="http://schemas.openxmlformats.org/drawingml/2006/main">
              <a:ext uri="{FF2B5EF4-FFF2-40B4-BE49-F238E27FC236}">
                <a16:creationId xmlns:a16="http://schemas.microsoft.com/office/drawing/2014/main" id="{E6C38890-2A30-43FE-8E47-599DFD83F8C6}"/>
              </a:ext>
            </a:extLst>
          </p:cNvPr>
          <p:cNvSpPr>
            <a:spLocks xmlns:a="http://schemas.openxmlformats.org/drawingml/2006/main" noGrp="1"/>
          </p:cNvSpPr>
          <p:nvPr/>
        </p:nvSpPr>
        <p:spPr>
          <a:xfrm xmlns:a="http://schemas.openxmlformats.org/drawingml/2006/main">
            <a:off x="4828032" y="380627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transporte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voz,</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7" name="ANUARIO_CONTENIDO_1_1_16">
            <a:extLst xmlns:a="http://schemas.openxmlformats.org/drawingml/2006/main">
              <a:ext uri="{FF2B5EF4-FFF2-40B4-BE49-F238E27FC236}">
                <a16:creationId xmlns:a16="http://schemas.microsoft.com/office/drawing/2014/main" id="{C6C4615D-A1C3-480F-A8B2-4521DE36AACD}"/>
              </a:ext>
            </a:extLst>
          </p:cNvPr>
          <p:cNvSpPr>
            <a:spLocks xmlns:a="http://schemas.openxmlformats.org/drawingml/2006/main" noGrp="1"/>
          </p:cNvSpPr>
          <p:nvPr/>
        </p:nvSpPr>
        <p:spPr>
          <a:xfrm xmlns:a="http://schemas.openxmlformats.org/drawingml/2006/main">
            <a:off x="4828032" y="389873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además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efectuar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p>
        </p:txBody>
      </p:sp>
      <p:sp>
        <p:nvSpPr>
          <p:cNvPr id="78" name="ANUARIO_CONTENIDO_1_1_17">
            <a:extLst xmlns:a="http://schemas.openxmlformats.org/drawingml/2006/main">
              <a:ext uri="{FF2B5EF4-FFF2-40B4-BE49-F238E27FC236}">
                <a16:creationId xmlns:a16="http://schemas.microsoft.com/office/drawing/2014/main" id="{59F7E41B-03CB-49E6-8359-28F71420FB2B}"/>
              </a:ext>
            </a:extLst>
          </p:cNvPr>
          <p:cNvSpPr>
            <a:spLocks xmlns:a="http://schemas.openxmlformats.org/drawingml/2006/main" noGrp="1"/>
          </p:cNvSpPr>
          <p:nvPr/>
        </p:nvSpPr>
        <p:spPr>
          <a:xfrm xmlns:a="http://schemas.openxmlformats.org/drawingml/2006/main">
            <a:off x="4828032" y="399119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llamadas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locales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larga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distancia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serie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79" name="ANUARIO_CONTENIDO_1_1_18">
            <a:extLst xmlns:a="http://schemas.openxmlformats.org/drawingml/2006/main">
              <a:ext uri="{FF2B5EF4-FFF2-40B4-BE49-F238E27FC236}">
                <a16:creationId xmlns:a16="http://schemas.microsoft.com/office/drawing/2014/main" id="{056E9437-3E7E-448A-AFE8-DF7DEEC5AB2F}"/>
              </a:ext>
            </a:extLst>
          </p:cNvPr>
          <p:cNvSpPr>
            <a:spLocks xmlns:a="http://schemas.openxmlformats.org/drawingml/2006/main" noGrp="1"/>
          </p:cNvSpPr>
          <p:nvPr/>
        </p:nvSpPr>
        <p:spPr>
          <a:xfrm xmlns:a="http://schemas.openxmlformats.org/drawingml/2006/main">
            <a:off x="4828032" y="408364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emergencia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suplementarios,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80" name="ANUARIO_CONTENIDO_1_1_19">
            <a:extLst xmlns:a="http://schemas.openxmlformats.org/drawingml/2006/main">
              <a:ext uri="{FF2B5EF4-FFF2-40B4-BE49-F238E27FC236}">
                <a16:creationId xmlns:a16="http://schemas.microsoft.com/office/drawing/2014/main" id="{212F42D6-4EFA-4C25-AFDB-7C7AC7F7D368}"/>
              </a:ext>
            </a:extLst>
          </p:cNvPr>
          <p:cNvSpPr>
            <a:spLocks xmlns:a="http://schemas.openxmlformats.org/drawingml/2006/main" noGrp="1"/>
          </p:cNvSpPr>
          <p:nvPr/>
        </p:nvSpPr>
        <p:spPr>
          <a:xfrm xmlns:a="http://schemas.openxmlformats.org/drawingml/2006/main">
            <a:off x="4828032" y="417610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otros.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líneas.</a:t>
            </a:r>
          </a:p>
        </p:txBody>
      </p:sp>
      <p:pic>
        <p:nvPicPr>
          <p:cNvPr id="8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8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84"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8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8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8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8"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526979659"/>
      </p:ext>
    </p:extLst>
  </p:cSld>
</p:sld>
</file>

<file path=ppt/slides/slide124.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pic>
        <p:nvPicPr>
          <p:cNvPr id="29" name="ANUARIO_BARRA_FONDO"/>
          <p:cNvPicPr>
            <a:picLocks noChangeAspect="1"/>
          </p:cNvPicPr>
          <p:nvPr/>
        </p:nvPicPr>
        <p:blipFill>
          <a:blip r:embed="rId2"/>
          <a:stretch/>
        </p:blipFill>
        <p:spPr>
          <a:xfrm>
            <a:off x="3378" y="0"/>
            <a:ext cx="9136888" cy="456844"/>
          </a:xfrm>
          <a:prstGeom prst="rect">
            <a:avLst/>
          </a:prstGeom>
        </p:spPr>
      </p:pic>
      <p:sp>
        <p:nvSpPr>
          <p:cNvPr id="30" name="ANUARIO_BARRA_QR_FONDO">
            <a:extLst>
              <a:ext uri="{FF2B5EF4-FFF2-40B4-BE49-F238E27FC236}">
                <a16:creationId xmlns:a16="http://schemas.microsoft.com/office/drawing/2014/main" id="{0385387C-CD2F-4D6E-A9E9-D0114DF4FAC8}"/>
              </a:ext>
            </a:extLst>
          </p:cNvPr>
          <p:cNvSpPr>
            <a:spLocks noGrp="1"/>
          </p:cNvSpPr>
          <p:nvPr/>
        </p:nvSpPr>
        <p:spPr>
          <a:xfrm>
            <a:off x="7785100" y="50800"/>
            <a:ext cx="355600" cy="355600"/>
          </a:xfrm>
          <a:prstGeom prst="roundRect">
            <a:avLst>
              <a:gd name="adj" fmla="val 7143"/>
            </a:avLst>
          </a:prstGeom>
          <a:solidFill>
            <a:srgbClr val="FFFFFF"/>
          </a:solidFill>
          <a:ln w="8890">
            <a:solidFill>
              <a:srgbClr val="FFFFFF"/>
            </a:solidFill>
          </a:ln>
        </p:spPr>
      </p:sp>
      <p:pic>
        <p:nvPicPr>
          <p:cNvPr id="31" name="ANUARIO_BARRA_QR"/>
          <p:cNvPicPr>
            <a:picLocks noChangeAspect="1"/>
          </p:cNvPicPr>
          <p:nvPr/>
        </p:nvPicPr>
        <p:blipFill>
          <a:blip r:embed="rId3"/>
          <a:stretch/>
        </p:blipFill>
        <p:spPr>
          <a:xfrm>
            <a:off x="7810564" y="75961"/>
            <a:ext cx="304559" cy="304559"/>
          </a:xfrm>
          <a:prstGeom prst="rect">
            <a:avLst/>
          </a:prstGeom>
        </p:spPr>
      </p:pic>
      <p:pic>
        <p:nvPicPr>
          <p:cNvPr id="32" name="ANUARIO_BARRA_CRT"/>
          <p:cNvPicPr>
            <a:picLocks noChangeAspect="1"/>
          </p:cNvPicPr>
          <p:nvPr/>
        </p:nvPicPr>
        <p:blipFill>
          <a:blip r:embed="rId4"/>
          <a:stretch/>
        </p:blipFill>
        <p:spPr>
          <a:xfrm>
            <a:off x="8294782" y="75961"/>
            <a:ext cx="542115" cy="304559"/>
          </a:xfrm>
          <a:prstGeom prst="rect">
            <a:avLst/>
          </a:prstGeom>
        </p:spPr>
      </p:pic>
      <p:sp>
        <p:nvSpPr>
          <p:cNvPr id="33" name="ANUARIO_BARRA_TITULO">
            <a:extLst>
              <a:ext uri="{FF2B5EF4-FFF2-40B4-BE49-F238E27FC236}">
                <a16:creationId xmlns:a16="http://schemas.microsoft.com/office/drawing/2014/main" id="{0936628E-1D72-4C14-AF7F-6AEAD61F4725}"/>
              </a:ext>
            </a:extLst>
          </p:cNvPr>
          <p:cNvSpPr>
            <a:spLocks noGrp="1"/>
          </p:cNvSpPr>
          <p:nvPr/>
        </p:nvSpPr>
        <p:spPr>
          <a:xfrm>
            <a:off x="304914" y="127480"/>
            <a:ext cx="5050000" cy="276133"/>
          </a:xfrm>
          <a:prstGeom prst="rect">
            <a:avLst/>
          </a:prstGeom>
          <a:noFill/>
          <a:ln w="0">
            <a:noFill/>
          </a:ln>
        </p:spPr>
        <p:txBody>
          <a:bodyPr wrap="none" lIns="0" tIns="0" rIns="0" bIns="0" anchor="t">
            <a:noAutofit/>
          </a:bodyPr>
          <a:lstStyle/>
          <a:p>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 DEFINICIONES</a:t>
            </a:r>
          </a:p>
        </p:txBody>
      </p:sp>
      <p:sp>
        <p:nvSpPr>
          <p:cNvPr id="34" name="ANUARIO_BARRA_CONSULTA">
            <a:extLst>
              <a:ext uri="{FF2B5EF4-FFF2-40B4-BE49-F238E27FC236}">
                <a16:creationId xmlns:a16="http://schemas.microsoft.com/office/drawing/2014/main" id="{875C8661-FE82-41D0-9071-B3890EC46261}"/>
              </a:ext>
            </a:extLst>
          </p:cNvPr>
          <p:cNvSpPr>
            <a:spLocks noGrp="1"/>
          </p:cNvSpPr>
          <p:nvPr/>
        </p:nvSpPr>
        <p:spPr>
          <a:xfrm>
            <a:off x="5501157" y="135999"/>
            <a:ext cx="2286000" cy="139700"/>
          </a:xfrm>
          <a:prstGeom prst="rect">
            <a:avLst/>
          </a:prstGeom>
          <a:noFill/>
          <a:ln w="0">
            <a:noFill/>
          </a:ln>
        </p:spPr>
        <p:txBody>
          <a:bodyPr wrap="none" lIns="0" tIns="0" rIns="0" bIns="0" anchor="t">
            <a:noAutofit/>
          </a:bodyPr>
          <a:lstStyle/>
          <a:p>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35" name="ANUARIO_BARRA_URL">
            <a:hlinkClick r:id="rId5"/>
            <a:extLst>
              <a:ext uri="{FF2B5EF4-FFF2-40B4-BE49-F238E27FC236}">
                <a16:creationId xmlns:a16="http://schemas.microsoft.com/office/drawing/2014/main" id="{2EBA0193-91BD-4DF8-AE47-002BD46651FF}"/>
              </a:ext>
            </a:extLst>
          </p:cNvPr>
          <p:cNvSpPr>
            <a:spLocks noGrp="1"/>
          </p:cNvSpPr>
          <p:nvPr/>
        </p:nvSpPr>
        <p:spPr>
          <a:xfrm>
            <a:off x="5924880" y="225645"/>
            <a:ext cx="1828800" cy="139700"/>
          </a:xfrm>
          <a:prstGeom prst="rect">
            <a:avLst/>
          </a:prstGeom>
          <a:noFill/>
          <a:ln w="0">
            <a:noFill/>
          </a:ln>
        </p:spPr>
        <p:txBody>
          <a:bodyPr wrap="none" lIns="0" tIns="0" rIns="0" bIns="0" anchor="t">
            <a:noAutofit/>
          </a:bodyPr>
          <a:lstStyle/>
          <a:p>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cSld>
  <p:clrMapOvr>
    <a:masterClrMapping/>
  </p:clrMapOvr>
</p:sld>
</file>

<file path=ppt/slides/slide125.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D000D7C9-1CEB-4CC6-B246-76144B59C2CD}"/>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7028AC88-2A2A-4B3D-8F77-C69F2027F3A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125</a:t>
            </a:r>
          </a:p>
        </p:txBody>
      </p:sp>
      <p:sp>
        <p:nvSpPr>
          <p:cNvPr id="9" name="ANUARIO_EDICION">
            <a:extLst xmlns:a="http://schemas.openxmlformats.org/drawingml/2006/main">
              <a:ext uri="{FF2B5EF4-FFF2-40B4-BE49-F238E27FC236}">
                <a16:creationId xmlns:a16="http://schemas.microsoft.com/office/drawing/2014/main" id="{E2611950-2BC8-40FC-A842-19AE88EBB17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6_DESIGN_2026">
            <a:extLst xmlns:a="http://schemas.openxmlformats.org/drawingml/2006/main">
              <a:ext uri="{FF2B5EF4-FFF2-40B4-BE49-F238E27FC236}">
                <a16:creationId xmlns:a16="http://schemas.microsoft.com/office/drawing/2014/main" id="{45DA7B79-82F2-4175-8358-B5E5CBEF28A8}"/>
              </a:ext>
            </a:extLst>
          </p:cNvPr>
          <p:cNvSpPr>
            <a:spLocks xmlns:a="http://schemas.openxmlformats.org/drawingml/2006/main" noGrp="1"/>
          </p:cNvSpPr>
          <p:nvPr/>
        </p:nvSpPr>
        <p:spPr>
          <a:xfrm xmlns:a="http://schemas.openxmlformats.org/drawingml/2006/main">
            <a:off x="301752" y="566928"/>
            <a:ext cx="8540496" cy="2761488"/>
          </a:xfrm>
          <a:prstGeom xmlns:a="http://schemas.openxmlformats.org/drawingml/2006/main" prst="roundRect">
            <a:avLst>
              <a:gd name="adj" fmla="val 1987"/>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02EFE0E9-B2A0-4D2E-9F20-CED96A7C4B52}"/>
              </a:ext>
            </a:extLst>
          </p:cNvPr>
          <p:cNvSpPr>
            <a:spLocks xmlns:a="http://schemas.openxmlformats.org/drawingml/2006/main" noGrp="1"/>
          </p:cNvSpPr>
          <p:nvPr/>
        </p:nvSpPr>
        <p:spPr>
          <a:xfrm xmlns:a="http://schemas.openxmlformats.org/drawingml/2006/main">
            <a:off x="301752" y="640080"/>
            <a:ext cx="64008" cy="26151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80BD47A4-8567-488D-97A5-56610111DC68}"/>
              </a:ext>
            </a:extLst>
          </p:cNvPr>
          <p:cNvSpPr>
            <a:spLocks xmlns:a="http://schemas.openxmlformats.org/drawingml/2006/main" noGrp="1"/>
          </p:cNvSpPr>
          <p:nvPr/>
        </p:nvSpPr>
        <p:spPr>
          <a:xfrm xmlns:a="http://schemas.openxmlformats.org/drawingml/2006/main">
            <a:off x="466344" y="658368"/>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Servicios de telecomunicaciones</a:t>
            </a:r>
          </a:p>
        </p:txBody>
      </p:sp>
      <p:sp>
        <p:nvSpPr>
          <p:cNvPr id="13" name="ANUARIO_SERVICIOS_0_0">
            <a:extLst xmlns:a="http://schemas.openxmlformats.org/drawingml/2006/main">
              <a:ext uri="{FF2B5EF4-FFF2-40B4-BE49-F238E27FC236}">
                <a16:creationId xmlns:a16="http://schemas.microsoft.com/office/drawing/2014/main" id="{BF855166-325D-43F0-8A6E-71F4F5721CC1}"/>
              </a:ext>
            </a:extLst>
          </p:cNvPr>
          <p:cNvSpPr>
            <a:spLocks xmlns:a="http://schemas.openxmlformats.org/drawingml/2006/main" noGrp="1"/>
          </p:cNvSpPr>
          <p:nvPr/>
        </p:nvSpPr>
        <p:spPr>
          <a:xfrm xmlns:a="http://schemas.openxmlformats.org/drawingml/2006/main">
            <a:off x="466344" y="9784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mostrados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presente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Anuario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Estadístico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fueron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trimestral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proporcionada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operadores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p>
        </p:txBody>
      </p:sp>
      <p:sp>
        <p:nvSpPr>
          <p:cNvPr id="14" name="ANUARIO_SERVICIOS_0_1">
            <a:extLst xmlns:a="http://schemas.openxmlformats.org/drawingml/2006/main">
              <a:ext uri="{FF2B5EF4-FFF2-40B4-BE49-F238E27FC236}">
                <a16:creationId xmlns:a16="http://schemas.microsoft.com/office/drawing/2014/main" id="{A311D9FD-ED6F-422F-AEEC-ACA7DD65C5D9}"/>
              </a:ext>
            </a:extLst>
          </p:cNvPr>
          <p:cNvSpPr>
            <a:spLocks xmlns:a="http://schemas.openxmlformats.org/drawingml/2006/main" noGrp="1"/>
          </p:cNvSpPr>
          <p:nvPr/>
        </p:nvSpPr>
        <p:spPr>
          <a:xfrm xmlns:a="http://schemas.openxmlformats.org/drawingml/2006/main">
            <a:off x="466344" y="10850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CRT,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revisada,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procesada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analizada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Dirección General de Planeación</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publicación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Banco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p>
        </p:txBody>
      </p:sp>
      <p:sp>
        <p:nvSpPr>
          <p:cNvPr id="15" name="ANUARIO_SERVICIOS_0_2">
            <a:extLst xmlns:a="http://schemas.openxmlformats.org/drawingml/2006/main">
              <a:ext uri="{FF2B5EF4-FFF2-40B4-BE49-F238E27FC236}">
                <a16:creationId xmlns:a16="http://schemas.microsoft.com/office/drawing/2014/main" id="{4CED58EA-7AA8-47DF-9666-57F0C3B55979}"/>
              </a:ext>
            </a:extLst>
          </p:cNvPr>
          <p:cNvSpPr>
            <a:spLocks xmlns:a="http://schemas.openxmlformats.org/drawingml/2006/main" noGrp="1"/>
          </p:cNvSpPr>
          <p:nvPr/>
        </p:nvSpPr>
        <p:spPr>
          <a:xfrm xmlns:a="http://schemas.openxmlformats.org/drawingml/2006/main">
            <a:off x="466344" y="11917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(BIT).</a:t>
            </a:r>
          </a:p>
        </p:txBody>
      </p:sp>
      <p:sp>
        <p:nvSpPr>
          <p:cNvPr id="16" name="ANUARIO_SERVICIOS_0_3">
            <a:extLst xmlns:a="http://schemas.openxmlformats.org/drawingml/2006/main">
              <a:ext uri="{FF2B5EF4-FFF2-40B4-BE49-F238E27FC236}">
                <a16:creationId xmlns:a16="http://schemas.microsoft.com/office/drawing/2014/main" id="{6415C3C9-3E24-4E57-82E6-70D75B388AFD}"/>
              </a:ext>
            </a:extLst>
          </p:cNvPr>
          <p:cNvSpPr>
            <a:spLocks xmlns:a="http://schemas.openxmlformats.org/drawingml/2006/main" noGrp="1"/>
          </p:cNvSpPr>
          <p:nvPr/>
        </p:nvSpPr>
        <p:spPr>
          <a:xfrm xmlns:a="http://schemas.openxmlformats.org/drawingml/2006/main">
            <a:off x="466344" y="13238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Debido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naturaleza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p>
        </p:txBody>
      </p:sp>
      <p:sp>
        <p:nvSpPr>
          <p:cNvPr id="17" name="ANUARIO_SERVICIOS_0_4">
            <a:extLst xmlns:a="http://schemas.openxmlformats.org/drawingml/2006/main">
              <a:ext uri="{FF2B5EF4-FFF2-40B4-BE49-F238E27FC236}">
                <a16:creationId xmlns:a16="http://schemas.microsoft.com/office/drawing/2014/main" id="{F2C4E3DF-A827-4AB7-A7BE-379BC910E524}"/>
              </a:ext>
            </a:extLst>
          </p:cNvPr>
          <p:cNvSpPr>
            <a:spLocks xmlns:a="http://schemas.openxmlformats.org/drawingml/2006/main" noGrp="1"/>
          </p:cNvSpPr>
          <p:nvPr/>
        </p:nvSpPr>
        <p:spPr>
          <a:xfrm xmlns:a="http://schemas.openxmlformats.org/drawingml/2006/main">
            <a:off x="466344" y="14305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desagregación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obtener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p>
        </p:txBody>
      </p:sp>
      <p:sp>
        <p:nvSpPr>
          <p:cNvPr id="18" name="ANUARIO_SERVICIOS_0_5">
            <a:extLst xmlns:a="http://schemas.openxmlformats.org/drawingml/2006/main">
              <a:ext uri="{FF2B5EF4-FFF2-40B4-BE49-F238E27FC236}">
                <a16:creationId xmlns:a16="http://schemas.microsoft.com/office/drawing/2014/main" id="{BA569680-900A-49B7-8471-9AD928305BBB}"/>
              </a:ext>
            </a:extLst>
          </p:cNvPr>
          <p:cNvSpPr>
            <a:spLocks xmlns:a="http://schemas.openxmlformats.org/drawingml/2006/main" noGrp="1"/>
          </p:cNvSpPr>
          <p:nvPr/>
        </p:nvSpPr>
        <p:spPr>
          <a:xfrm xmlns:a="http://schemas.openxmlformats.org/drawingml/2006/main">
            <a:off x="466344" y="15372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tomaron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siguientes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acuerdo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tipo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p>
        </p:txBody>
      </p:sp>
      <p:sp>
        <p:nvSpPr>
          <p:cNvPr id="19" name="ANUARIO_SERVICIOS_0_6">
            <a:extLst xmlns:a="http://schemas.openxmlformats.org/drawingml/2006/main">
              <a:ext uri="{FF2B5EF4-FFF2-40B4-BE49-F238E27FC236}">
                <a16:creationId xmlns:a16="http://schemas.microsoft.com/office/drawing/2014/main" id="{A7FE5E3C-7382-46B8-B387-45E93CD7BF1C}"/>
              </a:ext>
            </a:extLst>
          </p:cNvPr>
          <p:cNvSpPr>
            <a:spLocks xmlns:a="http://schemas.openxmlformats.org/drawingml/2006/main" noGrp="1"/>
          </p:cNvSpPr>
          <p:nvPr/>
        </p:nvSpPr>
        <p:spPr>
          <a:xfrm xmlns:a="http://schemas.openxmlformats.org/drawingml/2006/main">
            <a:off x="466344" y="16692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p>
        </p:txBody>
      </p:sp>
      <p:sp>
        <p:nvSpPr>
          <p:cNvPr id="20" name="ANUARIO_SERVICIOS_0_7">
            <a:extLst xmlns:a="http://schemas.openxmlformats.org/drawingml/2006/main">
              <a:ext uri="{FF2B5EF4-FFF2-40B4-BE49-F238E27FC236}">
                <a16:creationId xmlns:a16="http://schemas.microsoft.com/office/drawing/2014/main" id="{00E1ED43-1FE2-4213-A7C7-9987FB43F6C0}"/>
              </a:ext>
            </a:extLst>
          </p:cNvPr>
          <p:cNvSpPr>
            <a:spLocks xmlns:a="http://schemas.openxmlformats.org/drawingml/2006/main" noGrp="1"/>
          </p:cNvSpPr>
          <p:nvPr/>
        </p:nvSpPr>
        <p:spPr>
          <a:xfrm xmlns:a="http://schemas.openxmlformats.org/drawingml/2006/main">
            <a:off x="466344" y="17759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contar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últimos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previos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levantamiento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encuesta.</a:t>
            </a:r>
            <a:r>
              <a:rPr sz="750" b="0" i="0">
                <a:solidFill>
                  <a:srgbClr val="24383A"/>
                </a:solidFill>
                <a:latin typeface="DejaVu Sans"/>
                <a:ea typeface="DejaVu Sans"/>
                <a:cs typeface="DejaVu Sans"/>
              </a:rPr>
              <a:t> </a:t>
            </a:r>
          </a:p>
        </p:txBody>
      </p:sp>
      <p:sp>
        <p:nvSpPr>
          <p:cNvPr id="21" name="ANUARIO_SERVICIOS_0_8">
            <a:extLst xmlns:a="http://schemas.openxmlformats.org/drawingml/2006/main">
              <a:ext uri="{FF2B5EF4-FFF2-40B4-BE49-F238E27FC236}">
                <a16:creationId xmlns:a16="http://schemas.microsoft.com/office/drawing/2014/main" id="{02F400AF-E5E6-4E45-A414-243547CE3122}"/>
              </a:ext>
            </a:extLst>
          </p:cNvPr>
          <p:cNvSpPr>
            <a:spLocks xmlns:a="http://schemas.openxmlformats.org/drawingml/2006/main" noGrp="1"/>
          </p:cNvSpPr>
          <p:nvPr/>
        </p:nvSpPr>
        <p:spPr>
          <a:xfrm xmlns:a="http://schemas.openxmlformats.org/drawingml/2006/main">
            <a:off x="466344" y="19080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acceso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p>
        </p:txBody>
      </p:sp>
      <p:sp>
        <p:nvSpPr>
          <p:cNvPr id="22" name="ANUARIO_SERVICIOS_0_9">
            <a:extLst xmlns:a="http://schemas.openxmlformats.org/drawingml/2006/main">
              <a:ext uri="{FF2B5EF4-FFF2-40B4-BE49-F238E27FC236}">
                <a16:creationId xmlns:a16="http://schemas.microsoft.com/office/drawing/2014/main" id="{15C6B5E9-8F30-49F1-8529-21AF3DDBC27E}"/>
              </a:ext>
            </a:extLst>
          </p:cNvPr>
          <p:cNvSpPr>
            <a:spLocks xmlns:a="http://schemas.openxmlformats.org/drawingml/2006/main" noGrp="1"/>
          </p:cNvSpPr>
          <p:nvPr/>
        </p:nvSpPr>
        <p:spPr>
          <a:xfrm xmlns:a="http://schemas.openxmlformats.org/drawingml/2006/main">
            <a:off x="466344" y="20147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conectado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mediante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(conexión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través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inteligente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t>
            </a:r>
            <a:r>
              <a:rPr sz="750" b="0" i="1">
                <a:solidFill>
                  <a:srgbClr val="24383A"/>
                </a:solidFill>
                <a:latin typeface="DejaVu Sans"/>
                <a:ea typeface="DejaVu Sans"/>
                <a:cs typeface="DejaVu Sans"/>
              </a:rPr>
              <a:t>Smartphone</a:t>
            </a:r>
            <a:r>
              <a:rPr sz="750" b="0" i="0">
                <a:solidFill>
                  <a:srgbClr val="24383A"/>
                </a:solidFill>
                <a:latin typeface="DejaVu Sans"/>
                <a:ea typeface="DejaVu Sans"/>
                <a:cs typeface="DejaVu Sans"/>
              </a:rPr>
              <a:t>).</a:t>
            </a:r>
          </a:p>
        </p:txBody>
      </p:sp>
      <p:sp>
        <p:nvSpPr>
          <p:cNvPr id="23" name="ANUARIO_SERVICIOS_0_10">
            <a:extLst xmlns:a="http://schemas.openxmlformats.org/drawingml/2006/main">
              <a:ext uri="{FF2B5EF4-FFF2-40B4-BE49-F238E27FC236}">
                <a16:creationId xmlns:a16="http://schemas.microsoft.com/office/drawing/2014/main" id="{F78A210E-7B50-45ED-BCE0-888B2E5D871B}"/>
              </a:ext>
            </a:extLst>
          </p:cNvPr>
          <p:cNvSpPr>
            <a:spLocks xmlns:a="http://schemas.openxmlformats.org/drawingml/2006/main" noGrp="1"/>
          </p:cNvSpPr>
          <p:nvPr/>
        </p:nvSpPr>
        <p:spPr>
          <a:xfrm xmlns:a="http://schemas.openxmlformats.org/drawingml/2006/main">
            <a:off x="466344" y="21468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obtienen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partir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propias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p>
        </p:txBody>
      </p:sp>
      <p:sp>
        <p:nvSpPr>
          <p:cNvPr id="24" name="ANUARIO_SERVICIOS_0_11">
            <a:extLst xmlns:a="http://schemas.openxmlformats.org/drawingml/2006/main">
              <a:ext uri="{FF2B5EF4-FFF2-40B4-BE49-F238E27FC236}">
                <a16:creationId xmlns:a16="http://schemas.microsoft.com/office/drawing/2014/main" id="{1505C603-D43E-40E3-8BEF-FFABB064E585}"/>
              </a:ext>
            </a:extLst>
          </p:cNvPr>
          <p:cNvSpPr>
            <a:spLocks xmlns:a="http://schemas.openxmlformats.org/drawingml/2006/main" noGrp="1"/>
          </p:cNvSpPr>
          <p:nvPr/>
        </p:nvSpPr>
        <p:spPr>
          <a:xfrm xmlns:a="http://schemas.openxmlformats.org/drawingml/2006/main">
            <a:off x="466344" y="22534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Censo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Vivienda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2020.</a:t>
            </a:r>
          </a:p>
        </p:txBody>
      </p:sp>
      <p:sp>
        <p:nvSpPr>
          <p:cNvPr id="25" name="ANUARIO_SERVICIOS_0_12">
            <a:extLst xmlns:a="http://schemas.openxmlformats.org/drawingml/2006/main">
              <a:ext uri="{FF2B5EF4-FFF2-40B4-BE49-F238E27FC236}">
                <a16:creationId xmlns:a16="http://schemas.microsoft.com/office/drawing/2014/main" id="{E4056BF2-115C-49A8-96A7-F456386ADAAB}"/>
              </a:ext>
            </a:extLst>
          </p:cNvPr>
          <p:cNvSpPr>
            <a:spLocks xmlns:a="http://schemas.openxmlformats.org/drawingml/2006/main" noGrp="1"/>
          </p:cNvSpPr>
          <p:nvPr/>
        </p:nvSpPr>
        <p:spPr>
          <a:xfrm xmlns:a="http://schemas.openxmlformats.org/drawingml/2006/main">
            <a:off x="466344" y="23855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calculan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dividiendo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Asimismo,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económicas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p>
        </p:txBody>
      </p:sp>
      <p:sp>
        <p:nvSpPr>
          <p:cNvPr id="26" name="ANUARIO_SERVICIOS_0_13">
            <a:extLst xmlns:a="http://schemas.openxmlformats.org/drawingml/2006/main">
              <a:ext uri="{FF2B5EF4-FFF2-40B4-BE49-F238E27FC236}">
                <a16:creationId xmlns:a16="http://schemas.microsoft.com/office/drawing/2014/main" id="{0C396390-6CB5-461C-883C-0ECDF888DE0D}"/>
              </a:ext>
            </a:extLst>
          </p:cNvPr>
          <p:cNvSpPr>
            <a:spLocks xmlns:a="http://schemas.openxmlformats.org/drawingml/2006/main" noGrp="1"/>
          </p:cNvSpPr>
          <p:nvPr/>
        </p:nvSpPr>
        <p:spPr>
          <a:xfrm xmlns:a="http://schemas.openxmlformats.org/drawingml/2006/main">
            <a:off x="466344" y="24922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DENUE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p>
        </p:txBody>
      </p:sp>
      <p:sp>
        <p:nvSpPr>
          <p:cNvPr id="27" name="ANUARIO_ANEXO_P126_DESIGN_2026">
            <a:extLst xmlns:a="http://schemas.openxmlformats.org/drawingml/2006/main">
              <a:ext uri="{FF2B5EF4-FFF2-40B4-BE49-F238E27FC236}">
                <a16:creationId xmlns:a16="http://schemas.microsoft.com/office/drawing/2014/main" id="{1BD79560-6A2D-4383-AB1B-60A4DA3C6216}"/>
              </a:ext>
            </a:extLst>
          </p:cNvPr>
          <p:cNvSpPr>
            <a:spLocks xmlns:a="http://schemas.openxmlformats.org/drawingml/2006/main" noGrp="1"/>
          </p:cNvSpPr>
          <p:nvPr/>
        </p:nvSpPr>
        <p:spPr>
          <a:xfrm xmlns:a="http://schemas.openxmlformats.org/drawingml/2006/main">
            <a:off x="301752" y="3419856"/>
            <a:ext cx="8540496" cy="1042416"/>
          </a:xfrm>
          <a:prstGeom xmlns:a="http://schemas.openxmlformats.org/drawingml/2006/main" prst="roundRect">
            <a:avLst>
              <a:gd name="adj" fmla="val 5263"/>
            </a:avLst>
          </a:prstGeom>
          <a:solidFill xmlns:a="http://schemas.openxmlformats.org/drawingml/2006/main">
            <a:srgbClr val="F6FAF9"/>
          </a:solidFill>
          <a:ln xmlns:a="http://schemas.openxmlformats.org/drawingml/2006/main" w="9525">
            <a:solidFill>
              <a:srgbClr val="C9DAD6"/>
            </a:solidFill>
          </a:ln>
        </p:spPr>
      </p:sp>
      <p:sp>
        <p:nvSpPr>
          <p:cNvPr id="28" name="ANUARIO_ACENTO">
            <a:extLst xmlns:a="http://schemas.openxmlformats.org/drawingml/2006/main">
              <a:ext uri="{FF2B5EF4-FFF2-40B4-BE49-F238E27FC236}">
                <a16:creationId xmlns:a16="http://schemas.microsoft.com/office/drawing/2014/main" id="{7151CB42-86C7-4263-BB38-A1F3FE523877}"/>
              </a:ext>
            </a:extLst>
          </p:cNvPr>
          <p:cNvSpPr>
            <a:spLocks xmlns:a="http://schemas.openxmlformats.org/drawingml/2006/main" noGrp="1"/>
          </p:cNvSpPr>
          <p:nvPr/>
        </p:nvSpPr>
        <p:spPr>
          <a:xfrm xmlns:a="http://schemas.openxmlformats.org/drawingml/2006/main">
            <a:off x="301752" y="3493008"/>
            <a:ext cx="64008" cy="8961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9" name="ANUARIO_SECCION">
            <a:extLst xmlns:a="http://schemas.openxmlformats.org/drawingml/2006/main">
              <a:ext uri="{FF2B5EF4-FFF2-40B4-BE49-F238E27FC236}">
                <a16:creationId xmlns:a16="http://schemas.microsoft.com/office/drawing/2014/main" id="{4DF54AB0-6BAA-44C6-B815-7578C13D3D15}"/>
              </a:ext>
            </a:extLst>
          </p:cNvPr>
          <p:cNvSpPr>
            <a:spLocks xmlns:a="http://schemas.openxmlformats.org/drawingml/2006/main" noGrp="1"/>
          </p:cNvSpPr>
          <p:nvPr/>
        </p:nvSpPr>
        <p:spPr>
          <a:xfrm xmlns:a="http://schemas.openxmlformats.org/drawingml/2006/main">
            <a:off x="466344" y="3511296"/>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Índices de precios</a:t>
            </a:r>
          </a:p>
        </p:txBody>
      </p:sp>
      <p:sp>
        <p:nvSpPr>
          <p:cNvPr id="30" name="ANUARIO_SERVICIOS_1_0">
            <a:extLst xmlns:a="http://schemas.openxmlformats.org/drawingml/2006/main">
              <a:ext uri="{FF2B5EF4-FFF2-40B4-BE49-F238E27FC236}">
                <a16:creationId xmlns:a16="http://schemas.microsoft.com/office/drawing/2014/main" id="{C877D3FE-21DC-4B30-9845-346EED1DA9F5}"/>
              </a:ext>
            </a:extLst>
          </p:cNvPr>
          <p:cNvSpPr>
            <a:spLocks xmlns:a="http://schemas.openxmlformats.org/drawingml/2006/main" noGrp="1"/>
          </p:cNvSpPr>
          <p:nvPr/>
        </p:nvSpPr>
        <p:spPr>
          <a:xfrm xmlns:a="http://schemas.openxmlformats.org/drawingml/2006/main">
            <a:off x="466344" y="383133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construye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INPC</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utilizando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variaciones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canasta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mexicanos.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Dichos</a:t>
            </a:r>
            <a:r>
              <a:rPr sz="750" b="0" i="0">
                <a:solidFill>
                  <a:srgbClr val="24383A"/>
                </a:solidFill>
                <a:latin typeface="DejaVu Sans"/>
                <a:ea typeface="DejaVu Sans"/>
                <a:cs typeface="DejaVu Sans"/>
              </a:rPr>
              <a:t> </a:t>
            </a:r>
          </a:p>
        </p:txBody>
      </p:sp>
      <p:sp>
        <p:nvSpPr>
          <p:cNvPr id="31" name="ANUARIO_SERVICIOS_1_1">
            <a:extLst xmlns:a="http://schemas.openxmlformats.org/drawingml/2006/main">
              <a:ext uri="{FF2B5EF4-FFF2-40B4-BE49-F238E27FC236}">
                <a16:creationId xmlns:a16="http://schemas.microsoft.com/office/drawing/2014/main" id="{30FF3B14-DD49-450D-8FD6-DE17F1583EA2}"/>
              </a:ext>
            </a:extLst>
          </p:cNvPr>
          <p:cNvSpPr>
            <a:spLocks xmlns:a="http://schemas.openxmlformats.org/drawingml/2006/main" noGrp="1"/>
          </p:cNvSpPr>
          <p:nvPr/>
        </p:nvSpPr>
        <p:spPr>
          <a:xfrm xmlns:a="http://schemas.openxmlformats.org/drawingml/2006/main">
            <a:off x="466344" y="393801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pueden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Clasificación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Individual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(CCIF),</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doce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divisiones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desagregan</a:t>
            </a:r>
            <a:r>
              <a:rPr sz="750" b="0" i="0">
                <a:solidFill>
                  <a:srgbClr val="24383A"/>
                </a:solidFill>
                <a:latin typeface="DejaVu Sans"/>
                <a:ea typeface="DejaVu Sans"/>
                <a:cs typeface="DejaVu Sans"/>
              </a:rPr>
              <a:t> </a:t>
            </a:r>
          </a:p>
        </p:txBody>
      </p:sp>
      <p:sp>
        <p:nvSpPr>
          <p:cNvPr id="32" name="ANUARIO_SERVICIOS_1_2">
            <a:extLst xmlns:a="http://schemas.openxmlformats.org/drawingml/2006/main">
              <a:ext uri="{FF2B5EF4-FFF2-40B4-BE49-F238E27FC236}">
                <a16:creationId xmlns:a16="http://schemas.microsoft.com/office/drawing/2014/main" id="{DE260164-016C-46CC-BDDC-B318B540F921}"/>
              </a:ext>
            </a:extLst>
          </p:cNvPr>
          <p:cNvSpPr>
            <a:spLocks xmlns:a="http://schemas.openxmlformats.org/drawingml/2006/main" noGrp="1"/>
          </p:cNvSpPr>
          <p:nvPr/>
        </p:nvSpPr>
        <p:spPr>
          <a:xfrm xmlns:a="http://schemas.openxmlformats.org/drawingml/2006/main">
            <a:off x="466344" y="404469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Grupos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categorías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compuestos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genéricos.</a:t>
            </a:r>
          </a:p>
        </p:txBody>
      </p:sp>
      <p:pic>
        <p:nvPicPr>
          <p:cNvPr id="34"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5"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36"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37"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38"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39"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0"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013393704"/>
      </p:ext>
    </p:extLst>
  </p:cSld>
</p:sld>
</file>

<file path=ppt/slides/slide126.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CBA38C09-5D64-4566-97B7-FF303ECF9F7F}"/>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8A6A9CD-0DBF-4217-A574-41C32221DDA4}"/>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126</a:t>
            </a:r>
          </a:p>
        </p:txBody>
      </p:sp>
      <p:sp>
        <p:nvSpPr>
          <p:cNvPr id="9" name="ANUARIO_EDICION">
            <a:extLst xmlns:a="http://schemas.openxmlformats.org/drawingml/2006/main">
              <a:ext uri="{FF2B5EF4-FFF2-40B4-BE49-F238E27FC236}">
                <a16:creationId xmlns:a16="http://schemas.microsoft.com/office/drawing/2014/main" id="{DCF2ABCE-BBA7-4CFB-B5BA-1B4B69AADBE6}"/>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7_DESIGN_2026">
            <a:extLst xmlns:a="http://schemas.openxmlformats.org/drawingml/2006/main">
              <a:ext uri="{FF2B5EF4-FFF2-40B4-BE49-F238E27FC236}">
                <a16:creationId xmlns:a16="http://schemas.microsoft.com/office/drawing/2014/main" id="{31F7A381-0BB7-46B2-A096-7A816FEB78AE}"/>
              </a:ext>
            </a:extLst>
          </p:cNvPr>
          <p:cNvSpPr>
            <a:spLocks xmlns:a="http://schemas.openxmlformats.org/drawingml/2006/main" noGrp="1"/>
          </p:cNvSpPr>
          <p:nvPr/>
        </p:nvSpPr>
        <p:spPr>
          <a:xfrm xmlns:a="http://schemas.openxmlformats.org/drawingml/2006/main">
            <a:off x="301752" y="566928"/>
            <a:ext cx="4178808" cy="2121408"/>
          </a:xfrm>
          <a:prstGeom xmlns:a="http://schemas.openxmlformats.org/drawingml/2006/main" prst="roundRect">
            <a:avLst>
              <a:gd name="adj" fmla="val 2586"/>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2D6F240D-2EF2-4036-9F44-DE45AA50AF43}"/>
              </a:ext>
            </a:extLst>
          </p:cNvPr>
          <p:cNvSpPr>
            <a:spLocks xmlns:a="http://schemas.openxmlformats.org/drawingml/2006/main" noGrp="1"/>
          </p:cNvSpPr>
          <p:nvPr/>
        </p:nvSpPr>
        <p:spPr>
          <a:xfrm xmlns:a="http://schemas.openxmlformats.org/drawingml/2006/main">
            <a:off x="301752" y="640080"/>
            <a:ext cx="64008" cy="197510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A2D8AAB-29E9-4A97-AF60-32A7E7875F98}"/>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650" b="1">
                <a:solidFill>
                  <a:srgbClr val="2F7F6F"/>
                </a:solidFill>
                <a:latin typeface="DejaVu Sans"/>
                <a:ea typeface="DejaVu Sans"/>
                <a:cs typeface="DejaVu Sans"/>
              </a:rPr>
              <a:t>Clasificación del Consumo Individual por Finalidades (CCIF)</a:t>
            </a:r>
          </a:p>
        </p:txBody>
      </p:sp>
      <p:graphicFrame>
        <p:nvGraphicFramePr>
          <p:cNvPr id="65" name=""/>
          <p:cNvGraphicFramePr/>
          <p:nvPr/>
        </p:nvGraphicFramePr>
        <p:xfrm>
          <a:off xmlns:a="http://schemas.openxmlformats.org/drawingml/2006/main" x="466344" y="960120"/>
          <a:ext xmlns:a="http://schemas.openxmlformats.org/drawingml/2006/main" cx="3794760" cy="1435608"/>
        </p:xfrm>
        <a:graphic xmlns:a="http://schemas.openxmlformats.org/drawingml/2006/main">
          <a:graphicData uri="http://schemas.openxmlformats.org/drawingml/2006/table">
            <a:tbl>
              <a:tblPr firstRow="0" bandRow="0"/>
              <a:tblGrid>
                <a:gridCol w="3008376"/>
                <a:gridCol w="786384"/>
              </a:tblGrid>
              <a:tr h="110431">
                <a:tc>
                  <a:txBody>
                    <a:bodyPr lIns="38100" tIns="19050" rIns="38100" bIns="19050" wrap="square">
                      <a:noAutofit/>
                    </a:bodyPr>
                    <a:lstStyle/>
                    <a:p>
                      <a:pPr algn="l"/>
                      <a:r>
                        <a:rPr sz="580" b="1">
                          <a:solidFill>
                            <a:srgbClr val="FFFFFF"/>
                          </a:solidFill>
                          <a:latin typeface="DejaVu Sans"/>
                          <a:ea typeface="DejaVu Sans"/>
                          <a:cs typeface="DejaVu Sans"/>
                        </a:rPr>
                        <a:t>División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Alimentos y bebidas no alcohólicas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25.77%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Bebidas alcohólicas y tabaco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2.69%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Prendas de vestir y calzado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4.78%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Vivienda, agua, electricidad, gas y otros combustibles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19.64%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Muebles, artículos para el hogar y para su conservación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4.53%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Salud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3.08%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Transporte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13.76%</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Recreación y cultura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4.87%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Educación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3.54%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Restaurantes y hoteles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9.52%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Bienes y servicios diversos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4.69%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4" name="ANUARIO_FUENTE_INPC_0">
            <a:extLst xmlns:a="http://schemas.openxmlformats.org/drawingml/2006/main">
              <a:ext uri="{FF2B5EF4-FFF2-40B4-BE49-F238E27FC236}">
                <a16:creationId xmlns:a16="http://schemas.microsoft.com/office/drawing/2014/main" id="{D43A7B03-E93E-48D7-B429-656759A88FC8}"/>
              </a:ext>
            </a:extLst>
          </p:cNvPr>
          <p:cNvSpPr>
            <a:spLocks xmlns:a="http://schemas.openxmlformats.org/drawingml/2006/main" noGrp="1"/>
          </p:cNvSpPr>
          <p:nvPr/>
        </p:nvSpPr>
        <p:spPr>
          <a:xfrm xmlns:a="http://schemas.openxmlformats.org/drawingml/2006/main">
            <a:off x="466344" y="2468880"/>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Índice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Precios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Consumidor,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Documento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metodológico.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Base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p>
        </p:txBody>
      </p:sp>
      <p:sp>
        <p:nvSpPr>
          <p:cNvPr id="15" name="ANUARIO_FUENTE_INPC_1">
            <a:extLst xmlns:a="http://schemas.openxmlformats.org/drawingml/2006/main">
              <a:ext uri="{FF2B5EF4-FFF2-40B4-BE49-F238E27FC236}">
                <a16:creationId xmlns:a16="http://schemas.microsoft.com/office/drawing/2014/main" id="{1D40A6A1-1B5E-410C-8A1B-3D9FCC6E29D0}"/>
              </a:ext>
            </a:extLst>
          </p:cNvPr>
          <p:cNvSpPr>
            <a:spLocks xmlns:a="http://schemas.openxmlformats.org/drawingml/2006/main" noGrp="1"/>
          </p:cNvSpPr>
          <p:nvPr/>
        </p:nvSpPr>
        <p:spPr>
          <a:xfrm xmlns:a="http://schemas.openxmlformats.org/drawingml/2006/main">
            <a:off x="466344" y="2542845"/>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2018,</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p>
        </p:txBody>
      </p:sp>
      <p:sp>
        <p:nvSpPr>
          <p:cNvPr id="16" name="ANUARIO_ANEXO_P127_DESIGN_2026">
            <a:extLst xmlns:a="http://schemas.openxmlformats.org/drawingml/2006/main">
              <a:ext uri="{FF2B5EF4-FFF2-40B4-BE49-F238E27FC236}">
                <a16:creationId xmlns:a16="http://schemas.microsoft.com/office/drawing/2014/main" id="{401CFD2A-6580-418A-B55E-B865980BFE82}"/>
              </a:ext>
            </a:extLst>
          </p:cNvPr>
          <p:cNvSpPr>
            <a:spLocks xmlns:a="http://schemas.openxmlformats.org/drawingml/2006/main" noGrp="1"/>
          </p:cNvSpPr>
          <p:nvPr/>
        </p:nvSpPr>
        <p:spPr>
          <a:xfrm xmlns:a="http://schemas.openxmlformats.org/drawingml/2006/main">
            <a:off x="301752" y="2779776"/>
            <a:ext cx="4178808" cy="1682496"/>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9525">
            <a:solidFill>
              <a:srgbClr val="C9DAD6"/>
            </a:solidFill>
          </a:ln>
        </p:spPr>
      </p:sp>
      <p:sp>
        <p:nvSpPr>
          <p:cNvPr id="17" name="ANUARIO_ACENTO">
            <a:extLst xmlns:a="http://schemas.openxmlformats.org/drawingml/2006/main">
              <a:ext uri="{FF2B5EF4-FFF2-40B4-BE49-F238E27FC236}">
                <a16:creationId xmlns:a16="http://schemas.microsoft.com/office/drawing/2014/main" id="{5EE6C27E-4748-4FC1-9ED2-769BE943C82E}"/>
              </a:ext>
            </a:extLst>
          </p:cNvPr>
          <p:cNvSpPr>
            <a:spLocks xmlns:a="http://schemas.openxmlformats.org/drawingml/2006/main" noGrp="1"/>
          </p:cNvSpPr>
          <p:nvPr/>
        </p:nvSpPr>
        <p:spPr>
          <a:xfrm xmlns:a="http://schemas.openxmlformats.org/drawingml/2006/main">
            <a:off x="301752" y="2852928"/>
            <a:ext cx="64008" cy="153619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8" name="ANUARIO_SECCION">
            <a:extLst xmlns:a="http://schemas.openxmlformats.org/drawingml/2006/main">
              <a:ext uri="{FF2B5EF4-FFF2-40B4-BE49-F238E27FC236}">
                <a16:creationId xmlns:a16="http://schemas.microsoft.com/office/drawing/2014/main" id="{39B3E12E-FE84-4C5F-8033-38B7693F1D33}"/>
              </a:ext>
            </a:extLst>
          </p:cNvPr>
          <p:cNvSpPr>
            <a:spLocks xmlns:a="http://schemas.openxmlformats.org/drawingml/2006/main" noGrp="1"/>
          </p:cNvSpPr>
          <p:nvPr/>
        </p:nvSpPr>
        <p:spPr>
          <a:xfrm xmlns:a="http://schemas.openxmlformats.org/drawingml/2006/main">
            <a:off x="466344" y="2871216"/>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Ponderadores de la división Comunicaciones del INPC</a:t>
            </a:r>
          </a:p>
        </p:txBody>
      </p:sp>
      <p:graphicFrame>
        <p:nvGraphicFramePr>
          <p:cNvPr id="71" name=""/>
          <p:cNvGraphicFramePr/>
          <p:nvPr/>
        </p:nvGraphicFramePr>
        <p:xfrm>
          <a:off xmlns:a="http://schemas.openxmlformats.org/drawingml/2006/main" x="466344" y="3172968"/>
          <a:ext xmlns:a="http://schemas.openxmlformats.org/drawingml/2006/main" cx="3794760" cy="941832"/>
        </p:xfrm>
        <a:graphic xmlns:a="http://schemas.openxmlformats.org/drawingml/2006/main">
          <a:graphicData uri="http://schemas.openxmlformats.org/drawingml/2006/table">
            <a:tbl>
              <a:tblPr firstRow="0" bandRow="0"/>
              <a:tblGrid>
                <a:gridCol w="3008376"/>
                <a:gridCol w="786384"/>
              </a:tblGrid>
              <a:tr h="117729">
                <a:tc>
                  <a:txBody>
                    <a:bodyPr lIns="38100" tIns="19050" rIns="38100" bIns="19050" wrap="square">
                      <a:noAutofit/>
                    </a:bodyPr>
                    <a:lstStyle/>
                    <a:p>
                      <a:pPr algn="l"/>
                      <a:r>
                        <a:rPr sz="580" b="1">
                          <a:solidFill>
                            <a:srgbClr val="FFFFFF"/>
                          </a:solidFill>
                          <a:latin typeface="DejaVu Sans"/>
                          <a:ea typeface="DejaVu Sans"/>
                          <a:cs typeface="DejaVu Sans"/>
                        </a:rPr>
                        <a:t>Concepto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Paquetes de Internet, telefonía y televisión de paga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1.09%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Equipo terminal de comunicación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0.35%</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fija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Internet</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Paquetería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0.02%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20" name="ANUARIO_FUENTE_COM_0">
            <a:extLst xmlns:a="http://schemas.openxmlformats.org/drawingml/2006/main">
              <a:ext uri="{FF2B5EF4-FFF2-40B4-BE49-F238E27FC236}">
                <a16:creationId xmlns:a16="http://schemas.microsoft.com/office/drawing/2014/main" id="{9C8104C5-B47C-41A9-8AE0-FD6707792AAA}"/>
              </a:ext>
            </a:extLst>
          </p:cNvPr>
          <p:cNvSpPr>
            <a:spLocks xmlns:a="http://schemas.openxmlformats.org/drawingml/2006/main" noGrp="1"/>
          </p:cNvSpPr>
          <p:nvPr/>
        </p:nvSpPr>
        <p:spPr>
          <a:xfrm xmlns:a="http://schemas.openxmlformats.org/drawingml/2006/main">
            <a:off x="466344" y="4169664"/>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Ponderadores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INPC,</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Objeto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Gasto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Genérico.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2018=100,</a:t>
            </a:r>
            <a:r>
              <a:rPr sz="520" b="0" i="0">
                <a:solidFill>
                  <a:srgbClr val="24383A"/>
                </a:solidFill>
                <a:latin typeface="DejaVu Sans"/>
                <a:ea typeface="DejaVu Sans"/>
                <a:cs typeface="DejaVu Sans"/>
              </a:rPr>
              <a:t> </a:t>
            </a:r>
          </a:p>
        </p:txBody>
      </p:sp>
      <p:sp>
        <p:nvSpPr>
          <p:cNvPr id="21" name="ANUARIO_FUENTE_COM_1">
            <a:extLst xmlns:a="http://schemas.openxmlformats.org/drawingml/2006/main">
              <a:ext uri="{FF2B5EF4-FFF2-40B4-BE49-F238E27FC236}">
                <a16:creationId xmlns:a16="http://schemas.microsoft.com/office/drawing/2014/main" id="{B80100D2-0301-462B-BF98-09816C131E65}"/>
              </a:ext>
            </a:extLst>
          </p:cNvPr>
          <p:cNvSpPr>
            <a:spLocks xmlns:a="http://schemas.openxmlformats.org/drawingml/2006/main" noGrp="1"/>
          </p:cNvSpPr>
          <p:nvPr/>
        </p:nvSpPr>
        <p:spPr>
          <a:xfrm xmlns:a="http://schemas.openxmlformats.org/drawingml/2006/main">
            <a:off x="466344" y="4243629"/>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Disponible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en: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https://www.inegi.org.mx/programas/inpc/2018/</a:t>
            </a:r>
            <a:r>
              <a:rPr sz="520" b="0" i="0">
                <a:solidFill>
                  <a:srgbClr val="24383A"/>
                </a:solidFill>
                <a:latin typeface="DejaVu Sans"/>
                <a:ea typeface="DejaVu Sans"/>
                <a:cs typeface="DejaVu Sans"/>
              </a:rPr>
              <a:t>.</a:t>
            </a:r>
          </a:p>
        </p:txBody>
      </p:sp>
      <p:sp>
        <p:nvSpPr>
          <p:cNvPr id="22" name="ANUARIO_ANEXO_P127_DESIGN_2026">
            <a:extLst xmlns:a="http://schemas.openxmlformats.org/drawingml/2006/main">
              <a:ext uri="{FF2B5EF4-FFF2-40B4-BE49-F238E27FC236}">
                <a16:creationId xmlns:a16="http://schemas.microsoft.com/office/drawing/2014/main" id="{B60B7500-36C4-4523-BA92-2D48103E4A12}"/>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23" name="ANUARIO_ACENTO">
            <a:extLst xmlns:a="http://schemas.openxmlformats.org/drawingml/2006/main">
              <a:ext uri="{FF2B5EF4-FFF2-40B4-BE49-F238E27FC236}">
                <a16:creationId xmlns:a16="http://schemas.microsoft.com/office/drawing/2014/main" id="{1F5A2265-EC3A-42FD-9695-EC131807CF8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4" name="ANUARIO_SECCION">
            <a:extLst xmlns:a="http://schemas.openxmlformats.org/drawingml/2006/main">
              <a:ext uri="{FF2B5EF4-FFF2-40B4-BE49-F238E27FC236}">
                <a16:creationId xmlns:a16="http://schemas.microsoft.com/office/drawing/2014/main" id="{1782B35E-E3C7-4202-B250-5602EE58FD07}"/>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Ingreso y gasto de los hogares</a:t>
            </a:r>
          </a:p>
        </p:txBody>
      </p:sp>
      <p:sp>
        <p:nvSpPr>
          <p:cNvPr id="25" name="ANUARIO_INGRESOGASTO_0">
            <a:extLst xmlns:a="http://schemas.openxmlformats.org/drawingml/2006/main">
              <a:ext uri="{FF2B5EF4-FFF2-40B4-BE49-F238E27FC236}">
                <a16:creationId xmlns:a16="http://schemas.microsoft.com/office/drawing/2014/main" id="{306828B9-CD90-4187-848B-A59AE40F62BA}"/>
              </a:ext>
            </a:extLst>
          </p:cNvPr>
          <p:cNvSpPr>
            <a:spLocks xmlns:a="http://schemas.openxmlformats.org/drawingml/2006/main" noGrp="1"/>
          </p:cNvSpPr>
          <p:nvPr/>
        </p:nvSpPr>
        <p:spPr>
          <a:xfrm xmlns:a="http://schemas.openxmlformats.org/drawingml/2006/main">
            <a:off x="4828032" y="100584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Anuario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refiere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p>
        </p:txBody>
      </p:sp>
      <p:sp>
        <p:nvSpPr>
          <p:cNvPr id="26" name="ANUARIO_INGRESOGASTO_1">
            <a:extLst xmlns:a="http://schemas.openxmlformats.org/drawingml/2006/main">
              <a:ext uri="{FF2B5EF4-FFF2-40B4-BE49-F238E27FC236}">
                <a16:creationId xmlns:a16="http://schemas.microsoft.com/office/drawing/2014/main" id="{9401DF79-85EE-45A8-9180-B5D8F33945B2}"/>
              </a:ext>
            </a:extLst>
          </p:cNvPr>
          <p:cNvSpPr>
            <a:spLocks xmlns:a="http://schemas.openxmlformats.org/drawingml/2006/main" noGrp="1"/>
          </p:cNvSpPr>
          <p:nvPr/>
        </p:nvSpPr>
        <p:spPr>
          <a:xfrm xmlns:a="http://schemas.openxmlformats.org/drawingml/2006/main">
            <a:off x="4828032" y="10968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obtuvo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27" name="ANUARIO_INGRESOGASTO_2">
            <a:extLst xmlns:a="http://schemas.openxmlformats.org/drawingml/2006/main">
              <a:ext uri="{FF2B5EF4-FFF2-40B4-BE49-F238E27FC236}">
                <a16:creationId xmlns:a16="http://schemas.microsoft.com/office/drawing/2014/main" id="{197CE8B5-5EDB-4269-A659-EEA8986FB732}"/>
              </a:ext>
            </a:extLst>
          </p:cNvPr>
          <p:cNvSpPr>
            <a:spLocks xmlns:a="http://schemas.openxmlformats.org/drawingml/2006/main" noGrp="1"/>
          </p:cNvSpPr>
          <p:nvPr/>
        </p:nvSpPr>
        <p:spPr>
          <a:xfrm xmlns:a="http://schemas.openxmlformats.org/drawingml/2006/main">
            <a:off x="4828032" y="118790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ENIGH</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2024</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publica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INEGI.</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metodología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a:t>
            </a:r>
          </a:p>
        </p:txBody>
      </p:sp>
      <p:sp>
        <p:nvSpPr>
          <p:cNvPr id="28" name="ANUARIO_INGRESOGASTO_3">
            <a:extLst xmlns:a="http://schemas.openxmlformats.org/drawingml/2006/main">
              <a:ext uri="{FF2B5EF4-FFF2-40B4-BE49-F238E27FC236}">
                <a16:creationId xmlns:a16="http://schemas.microsoft.com/office/drawing/2014/main" id="{4AE3B3F7-138D-4C90-8419-3A0E246CA6BA}"/>
              </a:ext>
            </a:extLst>
          </p:cNvPr>
          <p:cNvSpPr>
            <a:spLocks xmlns:a="http://schemas.openxmlformats.org/drawingml/2006/main" noGrp="1"/>
          </p:cNvSpPr>
          <p:nvPr/>
        </p:nvSpPr>
        <p:spPr>
          <a:xfrm xmlns:a="http://schemas.openxmlformats.org/drawingml/2006/main">
            <a:off x="4828032" y="130434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1.</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primera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clasifican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su</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p>
        </p:txBody>
      </p:sp>
      <p:sp>
        <p:nvSpPr>
          <p:cNvPr id="29" name="ANUARIO_INGRESOGASTO_4">
            <a:extLst xmlns:a="http://schemas.openxmlformats.org/drawingml/2006/main">
              <a:ext uri="{FF2B5EF4-FFF2-40B4-BE49-F238E27FC236}">
                <a16:creationId xmlns:a16="http://schemas.microsoft.com/office/drawing/2014/main" id="{573DDF90-A475-4C2E-8C44-6E48110B097A}"/>
              </a:ext>
            </a:extLst>
          </p:cNvPr>
          <p:cNvSpPr>
            <a:spLocks xmlns:a="http://schemas.openxmlformats.org/drawingml/2006/main" noGrp="1"/>
          </p:cNvSpPr>
          <p:nvPr/>
        </p:nvSpPr>
        <p:spPr>
          <a:xfrm xmlns:a="http://schemas.openxmlformats.org/drawingml/2006/main">
            <a:off x="4828032" y="13953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corriente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encuentra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tablas</a:t>
            </a:r>
            <a:r>
              <a:rPr sz="640" b="0" i="0">
                <a:solidFill>
                  <a:srgbClr val="24383A"/>
                </a:solidFill>
                <a:latin typeface="DejaVu Sans"/>
                <a:ea typeface="DejaVu Sans"/>
                <a:cs typeface="DejaVu Sans"/>
              </a:rPr>
              <a:t> </a:t>
            </a:r>
          </a:p>
        </p:txBody>
      </p:sp>
      <p:sp>
        <p:nvSpPr>
          <p:cNvPr id="30" name="ANUARIO_INGRESOGASTO_5">
            <a:extLst xmlns:a="http://schemas.openxmlformats.org/drawingml/2006/main">
              <a:ext uri="{FF2B5EF4-FFF2-40B4-BE49-F238E27FC236}">
                <a16:creationId xmlns:a16="http://schemas.microsoft.com/office/drawing/2014/main" id="{FB35DA7E-3393-4E10-8A96-3229E16BC591}"/>
              </a:ext>
            </a:extLst>
          </p:cNvPr>
          <p:cNvSpPr>
            <a:spLocks xmlns:a="http://schemas.openxmlformats.org/drawingml/2006/main" noGrp="1"/>
          </p:cNvSpPr>
          <p:nvPr/>
        </p:nvSpPr>
        <p:spPr>
          <a:xfrm xmlns:a="http://schemas.openxmlformats.org/drawingml/2006/main">
            <a:off x="4828032" y="148640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disponibles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CONCENTRADOHOGAR.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calculan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1" name="ANUARIO_INGRESOGASTO_6">
            <a:extLst xmlns:a="http://schemas.openxmlformats.org/drawingml/2006/main">
              <a:ext uri="{FF2B5EF4-FFF2-40B4-BE49-F238E27FC236}">
                <a16:creationId xmlns:a16="http://schemas.microsoft.com/office/drawing/2014/main" id="{EFEAFF3A-894F-4151-B108-EB9D0A0FBCDE}"/>
              </a:ext>
            </a:extLst>
          </p:cNvPr>
          <p:cNvSpPr>
            <a:spLocks xmlns:a="http://schemas.openxmlformats.org/drawingml/2006/main" noGrp="1"/>
          </p:cNvSpPr>
          <p:nvPr/>
        </p:nvSpPr>
        <p:spPr>
          <a:xfrm xmlns:a="http://schemas.openxmlformats.org/drawingml/2006/main">
            <a:off x="4828032" y="15774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esté</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nivel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p>
        </p:txBody>
      </p:sp>
      <p:sp>
        <p:nvSpPr>
          <p:cNvPr id="32" name="ANUARIO_INGRESOGASTO_7">
            <a:extLst xmlns:a="http://schemas.openxmlformats.org/drawingml/2006/main">
              <a:ext uri="{FF2B5EF4-FFF2-40B4-BE49-F238E27FC236}">
                <a16:creationId xmlns:a16="http://schemas.microsoft.com/office/drawing/2014/main" id="{822896DF-0BA6-4A21-8AFB-EE8BA9FF647D}"/>
              </a:ext>
            </a:extLst>
          </p:cNvPr>
          <p:cNvSpPr>
            <a:spLocks xmlns:a="http://schemas.openxmlformats.org/drawingml/2006/main" noGrp="1"/>
          </p:cNvSpPr>
          <p:nvPr/>
        </p:nvSpPr>
        <p:spPr>
          <a:xfrm xmlns:a="http://schemas.openxmlformats.org/drawingml/2006/main">
            <a:off x="4828032" y="166847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entidades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federativas.</a:t>
            </a:r>
          </a:p>
        </p:txBody>
      </p:sp>
      <p:sp>
        <p:nvSpPr>
          <p:cNvPr id="33" name="ANUARIO_INGRESOGASTO_8">
            <a:extLst xmlns:a="http://schemas.openxmlformats.org/drawingml/2006/main">
              <a:ext uri="{FF2B5EF4-FFF2-40B4-BE49-F238E27FC236}">
                <a16:creationId xmlns:a16="http://schemas.microsoft.com/office/drawing/2014/main" id="{3430B251-658A-4E9D-9FA6-98EC24C85356}"/>
              </a:ext>
            </a:extLst>
          </p:cNvPr>
          <p:cNvSpPr>
            <a:spLocks xmlns:a="http://schemas.openxmlformats.org/drawingml/2006/main" noGrp="1"/>
          </p:cNvSpPr>
          <p:nvPr/>
        </p:nvSpPr>
        <p:spPr>
          <a:xfrm xmlns:a="http://schemas.openxmlformats.org/drawingml/2006/main">
            <a:off x="4828032" y="178490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2.</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figuras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tanto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definen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dos</a:t>
            </a:r>
            <a:r>
              <a:rPr sz="640" b="0" i="0">
                <a:solidFill>
                  <a:srgbClr val="24383A"/>
                </a:solidFill>
                <a:latin typeface="DejaVu Sans"/>
                <a:ea typeface="DejaVu Sans"/>
                <a:cs typeface="DejaVu Sans"/>
              </a:rPr>
              <a:t> </a:t>
            </a:r>
          </a:p>
        </p:txBody>
      </p:sp>
      <p:sp>
        <p:nvSpPr>
          <p:cNvPr id="34" name="ANUARIO_INGRESOGASTO_9">
            <a:extLst xmlns:a="http://schemas.openxmlformats.org/drawingml/2006/main">
              <a:ext uri="{FF2B5EF4-FFF2-40B4-BE49-F238E27FC236}">
                <a16:creationId xmlns:a16="http://schemas.microsoft.com/office/drawing/2014/main" id="{5AB85AC6-7376-49F6-B064-257203DCE43F}"/>
              </a:ext>
            </a:extLst>
          </p:cNvPr>
          <p:cNvSpPr>
            <a:spLocks xmlns:a="http://schemas.openxmlformats.org/drawingml/2006/main" noGrp="1"/>
          </p:cNvSpPr>
          <p:nvPr/>
        </p:nvSpPr>
        <p:spPr>
          <a:xfrm xmlns:a="http://schemas.openxmlformats.org/drawingml/2006/main">
            <a:off x="4828032" y="18759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p>
        </p:txBody>
      </p:sp>
      <p:sp>
        <p:nvSpPr>
          <p:cNvPr id="35" name="ANUARIO_INGRESOGASTO_10">
            <a:extLst xmlns:a="http://schemas.openxmlformats.org/drawingml/2006/main">
              <a:ext uri="{FF2B5EF4-FFF2-40B4-BE49-F238E27FC236}">
                <a16:creationId xmlns:a16="http://schemas.microsoft.com/office/drawing/2014/main" id="{4994AB3D-64AE-41AB-84DE-24C8C0B275CB}"/>
              </a:ext>
            </a:extLst>
          </p:cNvPr>
          <p:cNvSpPr>
            <a:spLocks xmlns:a="http://schemas.openxmlformats.org/drawingml/2006/main" noGrp="1"/>
          </p:cNvSpPr>
          <p:nvPr/>
        </p:nvSpPr>
        <p:spPr>
          <a:xfrm xmlns:a="http://schemas.openxmlformats.org/drawingml/2006/main">
            <a:off x="4828032" y="196697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p>
        </p:txBody>
      </p:sp>
      <p:sp>
        <p:nvSpPr>
          <p:cNvPr id="36" name="ANUARIO_INGRESOGASTO_11">
            <a:extLst xmlns:a="http://schemas.openxmlformats.org/drawingml/2006/main">
              <a:ext uri="{FF2B5EF4-FFF2-40B4-BE49-F238E27FC236}">
                <a16:creationId xmlns:a16="http://schemas.microsoft.com/office/drawing/2014/main" id="{5B63A228-E74C-47B1-A302-4EDF6AA93387}"/>
              </a:ext>
            </a:extLst>
          </p:cNvPr>
          <p:cNvSpPr>
            <a:spLocks xmlns:a="http://schemas.openxmlformats.org/drawingml/2006/main" noGrp="1"/>
          </p:cNvSpPr>
          <p:nvPr/>
        </p:nvSpPr>
        <p:spPr>
          <a:xfrm xmlns:a="http://schemas.openxmlformats.org/drawingml/2006/main">
            <a:off x="4828032" y="20580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37" name="ANUARIO_INGRESOGASTO_12">
            <a:extLst xmlns:a="http://schemas.openxmlformats.org/drawingml/2006/main">
              <a:ext uri="{FF2B5EF4-FFF2-40B4-BE49-F238E27FC236}">
                <a16:creationId xmlns:a16="http://schemas.microsoft.com/office/drawing/2014/main" id="{A7D11A55-AE3E-45C5-B0A8-01AFC13F6C75}"/>
              </a:ext>
            </a:extLst>
          </p:cNvPr>
          <p:cNvSpPr>
            <a:spLocks xmlns:a="http://schemas.openxmlformats.org/drawingml/2006/main" noGrp="1"/>
          </p:cNvSpPr>
          <p:nvPr/>
        </p:nvSpPr>
        <p:spPr>
          <a:xfrm xmlns:a="http://schemas.openxmlformats.org/drawingml/2006/main">
            <a:off x="4828032" y="217444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estima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8" name="ANUARIO_INGRESOGASTO_13">
            <a:extLst xmlns:a="http://schemas.openxmlformats.org/drawingml/2006/main">
              <a:ext uri="{FF2B5EF4-FFF2-40B4-BE49-F238E27FC236}">
                <a16:creationId xmlns:a16="http://schemas.microsoft.com/office/drawing/2014/main" id="{86A44643-09DB-409A-8690-7B8FDCBF4C85}"/>
              </a:ext>
            </a:extLst>
          </p:cNvPr>
          <p:cNvSpPr>
            <a:spLocks xmlns:a="http://schemas.openxmlformats.org/drawingml/2006/main" noGrp="1"/>
          </p:cNvSpPr>
          <p:nvPr/>
        </p:nvSpPr>
        <p:spPr>
          <a:xfrm xmlns:a="http://schemas.openxmlformats.org/drawingml/2006/main">
            <a:off x="4828032" y="226547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conceptos,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39" name="ANUARIO_INGRESOGASTO_14">
            <a:extLst xmlns:a="http://schemas.openxmlformats.org/drawingml/2006/main">
              <a:ext uri="{FF2B5EF4-FFF2-40B4-BE49-F238E27FC236}">
                <a16:creationId xmlns:a16="http://schemas.microsoft.com/office/drawing/2014/main" id="{8D7EB7BC-4031-43FA-AB9A-B15B56DF479A}"/>
              </a:ext>
            </a:extLst>
          </p:cNvPr>
          <p:cNvSpPr>
            <a:spLocks xmlns:a="http://schemas.openxmlformats.org/drawingml/2006/main" noGrp="1"/>
          </p:cNvSpPr>
          <p:nvPr/>
        </p:nvSpPr>
        <p:spPr>
          <a:xfrm xmlns:a="http://schemas.openxmlformats.org/drawingml/2006/main">
            <a:off x="4828032" y="23565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tabla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GASTOSHOGAR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p>
        </p:txBody>
      </p:sp>
      <p:sp>
        <p:nvSpPr>
          <p:cNvPr id="40" name="ANUARIO_INGRESOGASTO_15">
            <a:extLst xmlns:a="http://schemas.openxmlformats.org/drawingml/2006/main">
              <a:ext uri="{FF2B5EF4-FFF2-40B4-BE49-F238E27FC236}">
                <a16:creationId xmlns:a16="http://schemas.microsoft.com/office/drawing/2014/main" id="{CB842B0B-2AC0-4063-9996-105BB0771E30}"/>
              </a:ext>
            </a:extLst>
          </p:cNvPr>
          <p:cNvSpPr>
            <a:spLocks xmlns:a="http://schemas.openxmlformats.org/drawingml/2006/main" noGrp="1"/>
          </p:cNvSpPr>
          <p:nvPr/>
        </p:nvSpPr>
        <p:spPr>
          <a:xfrm xmlns:a="http://schemas.openxmlformats.org/drawingml/2006/main">
            <a:off x="4828032" y="247294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p>
        </p:txBody>
      </p:sp>
      <p:sp>
        <p:nvSpPr>
          <p:cNvPr id="41" name="ANUARIO_INGRESOGASTO_16">
            <a:extLst xmlns:a="http://schemas.openxmlformats.org/drawingml/2006/main">
              <a:ext uri="{FF2B5EF4-FFF2-40B4-BE49-F238E27FC236}">
                <a16:creationId xmlns:a16="http://schemas.microsoft.com/office/drawing/2014/main" id="{5303C755-FC46-4E9C-9110-058AA9F1EEE7}"/>
              </a:ext>
            </a:extLst>
          </p:cNvPr>
          <p:cNvSpPr>
            <a:spLocks xmlns:a="http://schemas.openxmlformats.org/drawingml/2006/main" noGrp="1"/>
          </p:cNvSpPr>
          <p:nvPr/>
        </p:nvSpPr>
        <p:spPr>
          <a:xfrm xmlns:a="http://schemas.openxmlformats.org/drawingml/2006/main">
            <a:off x="4828032" y="25893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R005:</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Larga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2" name="ANUARIO_INGRESOGASTO_17">
            <a:extLst xmlns:a="http://schemas.openxmlformats.org/drawingml/2006/main">
              <a:ext uri="{FF2B5EF4-FFF2-40B4-BE49-F238E27FC236}">
                <a16:creationId xmlns:a16="http://schemas.microsoft.com/office/drawing/2014/main" id="{11E00626-76D9-472F-B4D3-F59767E75FA3}"/>
              </a:ext>
            </a:extLst>
          </p:cNvPr>
          <p:cNvSpPr>
            <a:spLocks xmlns:a="http://schemas.openxmlformats.org/drawingml/2006/main" noGrp="1"/>
          </p:cNvSpPr>
          <p:nvPr/>
        </p:nvSpPr>
        <p:spPr>
          <a:xfrm xmlns:a="http://schemas.openxmlformats.org/drawingml/2006/main">
            <a:off x="4828032" y="270581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R006:</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locales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3" name="ANUARIO_INGRESOGASTO_18">
            <a:extLst xmlns:a="http://schemas.openxmlformats.org/drawingml/2006/main">
              <a:ext uri="{FF2B5EF4-FFF2-40B4-BE49-F238E27FC236}">
                <a16:creationId xmlns:a16="http://schemas.microsoft.com/office/drawing/2014/main" id="{3B6FDC96-6720-4E93-929C-1C5D1DC6F3B6}"/>
              </a:ext>
            </a:extLst>
          </p:cNvPr>
          <p:cNvSpPr>
            <a:spLocks xmlns:a="http://schemas.openxmlformats.org/drawingml/2006/main" noGrp="1"/>
          </p:cNvSpPr>
          <p:nvPr/>
        </p:nvSpPr>
        <p:spPr>
          <a:xfrm xmlns:a="http://schemas.openxmlformats.org/drawingml/2006/main">
            <a:off x="4828032" y="282224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R008:</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p>
        </p:txBody>
      </p:sp>
      <p:sp>
        <p:nvSpPr>
          <p:cNvPr id="44" name="ANUARIO_INGRESOGASTO_19">
            <a:extLst xmlns:a="http://schemas.openxmlformats.org/drawingml/2006/main">
              <a:ext uri="{FF2B5EF4-FFF2-40B4-BE49-F238E27FC236}">
                <a16:creationId xmlns:a16="http://schemas.microsoft.com/office/drawing/2014/main" id="{A8E4A517-5212-4E1E-BB44-3E196BD7CC1E}"/>
              </a:ext>
            </a:extLst>
          </p:cNvPr>
          <p:cNvSpPr>
            <a:spLocks xmlns:a="http://schemas.openxmlformats.org/drawingml/2006/main" noGrp="1"/>
          </p:cNvSpPr>
          <p:nvPr/>
        </p:nvSpPr>
        <p:spPr>
          <a:xfrm xmlns:a="http://schemas.openxmlformats.org/drawingml/2006/main">
            <a:off x="4828032" y="29386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R009:</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p>
        </p:txBody>
      </p:sp>
      <p:sp>
        <p:nvSpPr>
          <p:cNvPr id="45" name="ANUARIO_INGRESOGASTO_20">
            <a:extLst xmlns:a="http://schemas.openxmlformats.org/drawingml/2006/main">
              <a:ext uri="{FF2B5EF4-FFF2-40B4-BE49-F238E27FC236}">
                <a16:creationId xmlns:a16="http://schemas.microsoft.com/office/drawing/2014/main" id="{D65C97CD-36FB-4B44-ABB8-A01672980011}"/>
              </a:ext>
            </a:extLst>
          </p:cNvPr>
          <p:cNvSpPr>
            <a:spLocks xmlns:a="http://schemas.openxmlformats.org/drawingml/2006/main" noGrp="1"/>
          </p:cNvSpPr>
          <p:nvPr/>
        </p:nvSpPr>
        <p:spPr>
          <a:xfrm xmlns:a="http://schemas.openxmlformats.org/drawingml/2006/main">
            <a:off x="4828032" y="305511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R010:</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p>
        </p:txBody>
      </p:sp>
      <p:sp>
        <p:nvSpPr>
          <p:cNvPr id="46" name="ANUARIO_INGRESOGASTO_21">
            <a:extLst xmlns:a="http://schemas.openxmlformats.org/drawingml/2006/main">
              <a:ext uri="{FF2B5EF4-FFF2-40B4-BE49-F238E27FC236}">
                <a16:creationId xmlns:a16="http://schemas.microsoft.com/office/drawing/2014/main" id="{13CD507D-4348-40F0-9F7D-B307579BD631}"/>
              </a:ext>
            </a:extLst>
          </p:cNvPr>
          <p:cNvSpPr>
            <a:spLocks xmlns:a="http://schemas.openxmlformats.org/drawingml/2006/main" noGrp="1"/>
          </p:cNvSpPr>
          <p:nvPr/>
        </p:nvSpPr>
        <p:spPr>
          <a:xfrm xmlns:a="http://schemas.openxmlformats.org/drawingml/2006/main">
            <a:off x="4828032" y="31715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R011:</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r>
              <a:rPr sz="640" b="0" i="0">
                <a:solidFill>
                  <a:srgbClr val="24383A"/>
                </a:solidFill>
                <a:latin typeface="DejaVu Sans"/>
                <a:ea typeface="DejaVu Sans"/>
                <a:cs typeface="DejaVu Sans"/>
              </a:rPr>
              <a:t> </a:t>
            </a:r>
          </a:p>
        </p:txBody>
      </p:sp>
      <p:sp>
        <p:nvSpPr>
          <p:cNvPr id="47" name="ANUARIO_INGRESOGASTO_22">
            <a:extLst xmlns:a="http://schemas.openxmlformats.org/drawingml/2006/main">
              <a:ext uri="{FF2B5EF4-FFF2-40B4-BE49-F238E27FC236}">
                <a16:creationId xmlns:a16="http://schemas.microsoft.com/office/drawing/2014/main" id="{E5F86568-600E-47EF-9A90-0002389AE167}"/>
              </a:ext>
            </a:extLst>
          </p:cNvPr>
          <p:cNvSpPr>
            <a:spLocks xmlns:a="http://schemas.openxmlformats.org/drawingml/2006/main" noGrp="1"/>
          </p:cNvSpPr>
          <p:nvPr/>
        </p:nvSpPr>
        <p:spPr>
          <a:xfrm xmlns:a="http://schemas.openxmlformats.org/drawingml/2006/main">
            <a:off x="4828032" y="328797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48" name="ANUARIO_INGRESOGASTO_23">
            <a:extLst xmlns:a="http://schemas.openxmlformats.org/drawingml/2006/main">
              <a:ext uri="{FF2B5EF4-FFF2-40B4-BE49-F238E27FC236}">
                <a16:creationId xmlns:a16="http://schemas.microsoft.com/office/drawing/2014/main" id="{BCD60557-15D4-4CCF-82DC-81730CD534D0}"/>
              </a:ext>
            </a:extLst>
          </p:cNvPr>
          <p:cNvSpPr>
            <a:spLocks xmlns:a="http://schemas.openxmlformats.org/drawingml/2006/main" noGrp="1"/>
          </p:cNvSpPr>
          <p:nvPr/>
        </p:nvSpPr>
        <p:spPr>
          <a:xfrm xmlns:a="http://schemas.openxmlformats.org/drawingml/2006/main">
            <a:off x="4828032" y="340441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F003: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Compra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tarjetas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por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a:t>
            </a:r>
          </a:p>
        </p:txBody>
      </p:sp>
      <p:sp>
        <p:nvSpPr>
          <p:cNvPr id="49" name="ANUARIO_INGRESOGASTO_24">
            <a:extLst xmlns:a="http://schemas.openxmlformats.org/drawingml/2006/main">
              <a:ext uri="{FF2B5EF4-FFF2-40B4-BE49-F238E27FC236}">
                <a16:creationId xmlns:a16="http://schemas.microsoft.com/office/drawing/2014/main" id="{0536F298-E53C-454C-A3BB-6AEBBAC2AD99}"/>
              </a:ext>
            </a:extLst>
          </p:cNvPr>
          <p:cNvSpPr>
            <a:spLocks xmlns:a="http://schemas.openxmlformats.org/drawingml/2006/main" noGrp="1"/>
          </p:cNvSpPr>
          <p:nvPr/>
        </p:nvSpPr>
        <p:spPr>
          <a:xfrm xmlns:a="http://schemas.openxmlformats.org/drawingml/2006/main">
            <a:off x="4828032" y="35208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R007:</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mensual)</a:t>
            </a:r>
          </a:p>
        </p:txBody>
      </p:sp>
      <p:sp>
        <p:nvSpPr>
          <p:cNvPr id="50" name="ANUARIO_PONDERADOR_NOTA_0">
            <a:extLst xmlns:a="http://schemas.openxmlformats.org/drawingml/2006/main">
              <a:ext uri="{FF2B5EF4-FFF2-40B4-BE49-F238E27FC236}">
                <a16:creationId xmlns:a16="http://schemas.microsoft.com/office/drawing/2014/main" id="{B52DF570-A28F-4FC2-9BE2-A41D2B52917E}"/>
              </a:ext>
            </a:extLst>
          </p:cNvPr>
          <p:cNvSpPr>
            <a:spLocks xmlns:a="http://schemas.openxmlformats.org/drawingml/2006/main" noGrp="1"/>
          </p:cNvSpPr>
          <p:nvPr/>
        </p:nvSpPr>
        <p:spPr>
          <a:xfrm xmlns:a="http://schemas.openxmlformats.org/drawingml/2006/main">
            <a:off x="301752" y="4544568"/>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&lt;&lt;Comunicaciones&gt;&gt;</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3.13%</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ponderación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INPC</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general.</a:t>
            </a:r>
            <a:r>
              <a:rPr sz="630" b="0" i="0">
                <a:solidFill>
                  <a:srgbClr val="24383A"/>
                </a:solidFill>
                <a:latin typeface="DejaVu Sans"/>
                <a:ea typeface="DejaVu Sans"/>
                <a:cs typeface="DejaVu Sans"/>
              </a:rPr>
              <a:t> </a:t>
            </a:r>
          </a:p>
        </p:txBody>
      </p:sp>
      <p:sp>
        <p:nvSpPr>
          <p:cNvPr id="51" name="ANUARIO_PONDERADOR_NOTA_1">
            <a:extLst xmlns:a="http://schemas.openxmlformats.org/drawingml/2006/main">
              <a:ext uri="{FF2B5EF4-FFF2-40B4-BE49-F238E27FC236}">
                <a16:creationId xmlns:a16="http://schemas.microsoft.com/office/drawing/2014/main" id="{3123494D-A2F8-47D5-B0A1-9AF0B2E95D07}"/>
              </a:ext>
            </a:extLst>
          </p:cNvPr>
          <p:cNvSpPr>
            <a:spLocks xmlns:a="http://schemas.openxmlformats.org/drawingml/2006/main" noGrp="1"/>
          </p:cNvSpPr>
          <p:nvPr/>
        </p:nvSpPr>
        <p:spPr>
          <a:xfrm xmlns:a="http://schemas.openxmlformats.org/drawingml/2006/main">
            <a:off x="301752" y="4634179"/>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Dicha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incluye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seis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conceptos,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cuales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servicio</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telefonía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móvil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p>
        </p:txBody>
      </p:sp>
      <p:sp>
        <p:nvSpPr>
          <p:cNvPr id="52" name="ANUARIO_PONDERADOR_NOTA_2">
            <a:extLst xmlns:a="http://schemas.openxmlformats.org/drawingml/2006/main">
              <a:ext uri="{FF2B5EF4-FFF2-40B4-BE49-F238E27FC236}">
                <a16:creationId xmlns:a16="http://schemas.microsoft.com/office/drawing/2014/main" id="{56409FF6-26EA-4E04-A569-97B0759872D1}"/>
              </a:ext>
            </a:extLst>
          </p:cNvPr>
          <p:cNvSpPr>
            <a:spLocks xmlns:a="http://schemas.openxmlformats.org/drawingml/2006/main" noGrp="1"/>
          </p:cNvSpPr>
          <p:nvPr/>
        </p:nvSpPr>
        <p:spPr>
          <a:xfrm xmlns:a="http://schemas.openxmlformats.org/drawingml/2006/main">
            <a:off x="301752" y="4723790"/>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1.28%.</a:t>
            </a:r>
          </a:p>
        </p:txBody>
      </p:sp>
      <p:pic>
        <p:nvPicPr>
          <p:cNvPr id="72"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3"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4"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5"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6"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7"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8"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416992631"/>
      </p:ext>
    </p:extLst>
  </p:cSld>
</p:sld>
</file>

<file path=ppt/slides/slide127.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B7EE5BDD-DAB9-4CC5-BD5A-1DB7EE71A18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C2C8DBA9-9D43-4124-81CC-A53EE8B3117D}"/>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127</a:t>
            </a:r>
          </a:p>
        </p:txBody>
      </p:sp>
      <p:sp>
        <p:nvSpPr>
          <p:cNvPr id="9" name="ANUARIO_EDICION">
            <a:extLst xmlns:a="http://schemas.openxmlformats.org/drawingml/2006/main">
              <a:ext uri="{FF2B5EF4-FFF2-40B4-BE49-F238E27FC236}">
                <a16:creationId xmlns:a16="http://schemas.microsoft.com/office/drawing/2014/main" id="{1684152A-4141-4683-8C70-81D1FD27DFD5}"/>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8_DESIGN_2026">
            <a:extLst xmlns:a="http://schemas.openxmlformats.org/drawingml/2006/main">
              <a:ext uri="{FF2B5EF4-FFF2-40B4-BE49-F238E27FC236}">
                <a16:creationId xmlns:a16="http://schemas.microsoft.com/office/drawing/2014/main" id="{3F0852C7-62A1-4944-AE3B-0A6A6730C0B8}"/>
              </a:ext>
            </a:extLst>
          </p:cNvPr>
          <p:cNvSpPr>
            <a:spLocks xmlns:a="http://schemas.openxmlformats.org/drawingml/2006/main" noGrp="1"/>
          </p:cNvSpPr>
          <p:nvPr/>
        </p:nvSpPr>
        <p:spPr>
          <a:xfrm xmlns:a="http://schemas.openxmlformats.org/drawingml/2006/main">
            <a:off x="301752" y="566928"/>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991B6EA7-51D0-461C-BB04-4EE0DE7C0B66}"/>
              </a:ext>
            </a:extLst>
          </p:cNvPr>
          <p:cNvSpPr>
            <a:spLocks xmlns:a="http://schemas.openxmlformats.org/drawingml/2006/main" noGrp="1"/>
          </p:cNvSpPr>
          <p:nvPr/>
        </p:nvSpPr>
        <p:spPr>
          <a:xfrm xmlns:a="http://schemas.openxmlformats.org/drawingml/2006/main">
            <a:off x="301752" y="640080"/>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51C1A20F-5214-4F75-9B88-B95AB212BA4E}"/>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Gasto e ingreso · continuación</a:t>
            </a:r>
          </a:p>
        </p:txBody>
      </p:sp>
      <p:sp>
        <p:nvSpPr>
          <p:cNvPr id="13" name="ANUARIO_CONTENIDO_0_0_0">
            <a:extLst xmlns:a="http://schemas.openxmlformats.org/drawingml/2006/main">
              <a:ext uri="{FF2B5EF4-FFF2-40B4-BE49-F238E27FC236}">
                <a16:creationId xmlns:a16="http://schemas.microsoft.com/office/drawing/2014/main" id="{F94856A3-E00A-4B20-9585-E3003E6CD68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4.</a:t>
            </a:r>
            <a:r>
              <a:rPr sz="730" b="1" i="0">
                <a:solidFill>
                  <a:srgbClr val="2F7F6F"/>
                </a:solidFill>
                <a:latin typeface="DejaVu Sans"/>
                <a:ea typeface="DejaVu Sans"/>
                <a:cs typeface="DejaVu Sans"/>
              </a:rPr>
              <a:t> </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según</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B91E1A41-0D9F-4CD9-83DF-37B02151976E}"/>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listados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002A338B-BC70-41B4-8AD6-B5E8D61E7B0F}"/>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Posteriormente,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número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5BA85A07-4120-4E0E-A30E-2352909FA1B1}"/>
              </a:ext>
            </a:extLst>
          </p:cNvPr>
          <p:cNvSpPr>
            <a:spLocks xmlns:a="http://schemas.openxmlformats.org/drawingml/2006/main" noGrp="1"/>
          </p:cNvSpPr>
          <p:nvPr/>
        </p:nvSpPr>
        <p:spPr>
          <a:xfrm xmlns:a="http://schemas.openxmlformats.org/drawingml/2006/main">
            <a:off x="466344"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manera,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006A5B5B-9FDB-4473-A7F7-7635C003ADA9}"/>
              </a:ext>
            </a:extLst>
          </p:cNvPr>
          <p:cNvSpPr>
            <a:spLocks xmlns:a="http://schemas.openxmlformats.org/drawingml/2006/main" noGrp="1"/>
          </p:cNvSpPr>
          <p:nvPr/>
        </p:nvSpPr>
        <p:spPr>
          <a:xfrm xmlns:a="http://schemas.openxmlformats.org/drawingml/2006/main">
            <a:off x="466344" y="14211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mostrado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figuras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Anuario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5F45ABE7-F995-43D4-91A0-731D2A542FFA}"/>
              </a:ext>
            </a:extLst>
          </p:cNvPr>
          <p:cNvSpPr>
            <a:spLocks xmlns:a="http://schemas.openxmlformats.org/drawingml/2006/main" noGrp="1"/>
          </p:cNvSpPr>
          <p:nvPr/>
        </p:nvSpPr>
        <p:spPr>
          <a:xfrm xmlns:a="http://schemas.openxmlformats.org/drawingml/2006/main">
            <a:off x="466344" y="15250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tuvieron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49E5B130-1FA9-4FD1-99C4-28B2471775D3}"/>
              </a:ext>
            </a:extLst>
          </p:cNvPr>
          <p:cNvSpPr>
            <a:spLocks xmlns:a="http://schemas.openxmlformats.org/drawingml/2006/main" noGrp="1"/>
          </p:cNvSpPr>
          <p:nvPr/>
        </p:nvSpPr>
        <p:spPr>
          <a:xfrm xmlns:a="http://schemas.openxmlformats.org/drawingml/2006/main">
            <a:off x="466344" y="16288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0" name="ANUARIO_CONTENIDO_0_0_7">
            <a:extLst xmlns:a="http://schemas.openxmlformats.org/drawingml/2006/main">
              <a:ext uri="{FF2B5EF4-FFF2-40B4-BE49-F238E27FC236}">
                <a16:creationId xmlns:a16="http://schemas.microsoft.com/office/drawing/2014/main" id="{62D2ACA9-19E8-4574-BACE-F7F048160C31}"/>
              </a:ext>
            </a:extLst>
          </p:cNvPr>
          <p:cNvSpPr>
            <a:spLocks xmlns:a="http://schemas.openxmlformats.org/drawingml/2006/main" noGrp="1"/>
          </p:cNvSpPr>
          <p:nvPr/>
        </p:nvSpPr>
        <p:spPr>
          <a:xfrm xmlns:a="http://schemas.openxmlformats.org/drawingml/2006/main">
            <a:off x="466344"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porcentaje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respecto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9A72C06F-CBCE-4B4A-8B57-24A2F8AA1F15}"/>
              </a:ext>
            </a:extLst>
          </p:cNvPr>
          <p:cNvSpPr>
            <a:spLocks xmlns:a="http://schemas.openxmlformats.org/drawingml/2006/main" noGrp="1"/>
          </p:cNvSpPr>
          <p:nvPr/>
        </p:nvSpPr>
        <p:spPr>
          <a:xfrm xmlns:a="http://schemas.openxmlformats.org/drawingml/2006/main">
            <a:off x="466344"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9A7C4046-73A4-4C24-B2D6-EA348042C298}"/>
              </a:ext>
            </a:extLst>
          </p:cNvPr>
          <p:cNvSpPr>
            <a:spLocks xmlns:a="http://schemas.openxmlformats.org/drawingml/2006/main" noGrp="1"/>
          </p:cNvSpPr>
          <p:nvPr/>
        </p:nvSpPr>
        <p:spPr>
          <a:xfrm xmlns:a="http://schemas.openxmlformats.org/drawingml/2006/main">
            <a:off x="466344"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explican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23" name="ANUARIO_CONTENIDO_0_0_10">
            <a:extLst xmlns:a="http://schemas.openxmlformats.org/drawingml/2006/main">
              <a:ext uri="{FF2B5EF4-FFF2-40B4-BE49-F238E27FC236}">
                <a16:creationId xmlns:a16="http://schemas.microsoft.com/office/drawing/2014/main" id="{C4FEDBE7-2632-4236-98E2-53EE73B4965A}"/>
              </a:ext>
            </a:extLst>
          </p:cNvPr>
          <p:cNvSpPr>
            <a:spLocks xmlns:a="http://schemas.openxmlformats.org/drawingml/2006/main" noGrp="1"/>
          </p:cNvSpPr>
          <p:nvPr/>
        </p:nvSpPr>
        <p:spPr>
          <a:xfrm xmlns:a="http://schemas.openxmlformats.org/drawingml/2006/main">
            <a:off x="466344" y="20695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dispusieron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dichos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4" name="ANUARIO_ANEXO_P128_DESIGN_2026">
            <a:extLst xmlns:a="http://schemas.openxmlformats.org/drawingml/2006/main">
              <a:ext uri="{FF2B5EF4-FFF2-40B4-BE49-F238E27FC236}">
                <a16:creationId xmlns:a16="http://schemas.microsoft.com/office/drawing/2014/main" id="{FB4B121B-C2B0-4F22-B2DD-3986F57FCF21}"/>
              </a:ext>
            </a:extLst>
          </p:cNvPr>
          <p:cNvSpPr>
            <a:spLocks xmlns:a="http://schemas.openxmlformats.org/drawingml/2006/main" noGrp="1"/>
          </p:cNvSpPr>
          <p:nvPr/>
        </p:nvSpPr>
        <p:spPr>
          <a:xfrm xmlns:a="http://schemas.openxmlformats.org/drawingml/2006/main">
            <a:off x="301752" y="2560320"/>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25" name="ANUARIO_ACENTO">
            <a:extLst xmlns:a="http://schemas.openxmlformats.org/drawingml/2006/main">
              <a:ext uri="{FF2B5EF4-FFF2-40B4-BE49-F238E27FC236}">
                <a16:creationId xmlns:a16="http://schemas.microsoft.com/office/drawing/2014/main" id="{9DFD51AF-F9EB-4957-B692-02C1A87A446A}"/>
              </a:ext>
            </a:extLst>
          </p:cNvPr>
          <p:cNvSpPr>
            <a:spLocks xmlns:a="http://schemas.openxmlformats.org/drawingml/2006/main" noGrp="1"/>
          </p:cNvSpPr>
          <p:nvPr/>
        </p:nvSpPr>
        <p:spPr>
          <a:xfrm xmlns:a="http://schemas.openxmlformats.org/drawingml/2006/main">
            <a:off x="301752" y="2633472"/>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6" name="ANUARIO_SECCION">
            <a:extLst xmlns:a="http://schemas.openxmlformats.org/drawingml/2006/main">
              <a:ext uri="{FF2B5EF4-FFF2-40B4-BE49-F238E27FC236}">
                <a16:creationId xmlns:a16="http://schemas.microsoft.com/office/drawing/2014/main" id="{8F0F17E4-9E4B-4C51-BA20-EF3A9948BEE3}"/>
              </a:ext>
            </a:extLst>
          </p:cNvPr>
          <p:cNvSpPr>
            <a:spLocks xmlns:a="http://schemas.openxmlformats.org/drawingml/2006/main" noGrp="1"/>
          </p:cNvSpPr>
          <p:nvPr/>
        </p:nvSpPr>
        <p:spPr>
          <a:xfrm xmlns:a="http://schemas.openxmlformats.org/drawingml/2006/main">
            <a:off x="466344" y="2651760"/>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ENDUTIH 2025 · metodología¹³</a:t>
            </a:r>
          </a:p>
        </p:txBody>
      </p:sp>
      <p:sp>
        <p:nvSpPr>
          <p:cNvPr id="27" name="ANUARIO_CONTENIDO_0_1_0">
            <a:extLst xmlns:a="http://schemas.openxmlformats.org/drawingml/2006/main">
              <a:ext uri="{FF2B5EF4-FFF2-40B4-BE49-F238E27FC236}">
                <a16:creationId xmlns:a16="http://schemas.microsoft.com/office/drawing/2014/main" id="{C22E41BE-3FDC-44D7-B1AD-594B7A69717C}"/>
              </a:ext>
            </a:extLst>
          </p:cNvPr>
          <p:cNvSpPr>
            <a:spLocks xmlns:a="http://schemas.openxmlformats.org/drawingml/2006/main" noGrp="1"/>
          </p:cNvSpPr>
          <p:nvPr/>
        </p:nvSpPr>
        <p:spPr>
          <a:xfrm xmlns:a="http://schemas.openxmlformats.org/drawingml/2006/main">
            <a:off x="466344" y="299923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disponibilidad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28" name="ANUARIO_CONTENIDO_0_1_1">
            <a:extLst xmlns:a="http://schemas.openxmlformats.org/drawingml/2006/main">
              <a:ext uri="{FF2B5EF4-FFF2-40B4-BE49-F238E27FC236}">
                <a16:creationId xmlns:a16="http://schemas.microsoft.com/office/drawing/2014/main" id="{DF2B112F-AE99-4D18-8DFD-33A3BB85681D}"/>
              </a:ext>
            </a:extLst>
          </p:cNvPr>
          <p:cNvSpPr>
            <a:spLocks xmlns:a="http://schemas.openxmlformats.org/drawingml/2006/main" noGrp="1"/>
          </p:cNvSpPr>
          <p:nvPr/>
        </p:nvSpPr>
        <p:spPr>
          <a:xfrm xmlns:a="http://schemas.openxmlformats.org/drawingml/2006/main">
            <a:off x="466344" y="310306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tecnologías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p>
        </p:txBody>
      </p:sp>
      <p:sp>
        <p:nvSpPr>
          <p:cNvPr id="29" name="ANUARIO_CONTENIDO_0_1_2">
            <a:extLst xmlns:a="http://schemas.openxmlformats.org/drawingml/2006/main">
              <a:ext uri="{FF2B5EF4-FFF2-40B4-BE49-F238E27FC236}">
                <a16:creationId xmlns:a16="http://schemas.microsoft.com/office/drawing/2014/main" id="{3015A1CC-A9DC-40DD-8502-78EE86989164}"/>
              </a:ext>
            </a:extLst>
          </p:cNvPr>
          <p:cNvSpPr>
            <a:spLocks xmlns:a="http://schemas.openxmlformats.org/drawingml/2006/main" noGrp="1"/>
          </p:cNvSpPr>
          <p:nvPr/>
        </p:nvSpPr>
        <p:spPr>
          <a:xfrm xmlns:a="http://schemas.openxmlformats.org/drawingml/2006/main">
            <a:off x="466344" y="320690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individuos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0" name="ANUARIO_CONTENIDO_0_1_3">
            <a:extLst xmlns:a="http://schemas.openxmlformats.org/drawingml/2006/main">
              <a:ext uri="{FF2B5EF4-FFF2-40B4-BE49-F238E27FC236}">
                <a16:creationId xmlns:a16="http://schemas.microsoft.com/office/drawing/2014/main" id="{45062051-96B1-4270-9567-2A783DD1E7C5}"/>
              </a:ext>
            </a:extLst>
          </p:cNvPr>
          <p:cNvSpPr>
            <a:spLocks xmlns:a="http://schemas.openxmlformats.org/drawingml/2006/main" noGrp="1"/>
          </p:cNvSpPr>
          <p:nvPr/>
        </p:nvSpPr>
        <p:spPr>
          <a:xfrm xmlns:a="http://schemas.openxmlformats.org/drawingml/2006/main">
            <a:off x="466344" y="33107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31" name="ANUARIO_CONTENIDO_0_1_4">
            <a:extLst xmlns:a="http://schemas.openxmlformats.org/drawingml/2006/main">
              <a:ext uri="{FF2B5EF4-FFF2-40B4-BE49-F238E27FC236}">
                <a16:creationId xmlns:a16="http://schemas.microsoft.com/office/drawing/2014/main" id="{FF4982B3-5B85-4CF5-A752-566B53DA7009}"/>
              </a:ext>
            </a:extLst>
          </p:cNvPr>
          <p:cNvSpPr>
            <a:spLocks xmlns:a="http://schemas.openxmlformats.org/drawingml/2006/main" noGrp="1"/>
          </p:cNvSpPr>
          <p:nvPr/>
        </p:nvSpPr>
        <p:spPr>
          <a:xfrm xmlns:a="http://schemas.openxmlformats.org/drawingml/2006/main">
            <a:off x="466344" y="341457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p>
        </p:txBody>
      </p:sp>
      <p:sp>
        <p:nvSpPr>
          <p:cNvPr id="32" name="ANUARIO_CONTENIDO_0_1_5">
            <a:extLst xmlns:a="http://schemas.openxmlformats.org/drawingml/2006/main">
              <a:ext uri="{FF2B5EF4-FFF2-40B4-BE49-F238E27FC236}">
                <a16:creationId xmlns:a16="http://schemas.microsoft.com/office/drawing/2014/main" id="{DDEAA855-64B2-47D1-A7BA-FB02CF82B552}"/>
              </a:ext>
            </a:extLst>
          </p:cNvPr>
          <p:cNvSpPr>
            <a:spLocks xmlns:a="http://schemas.openxmlformats.org/drawingml/2006/main" noGrp="1"/>
          </p:cNvSpPr>
          <p:nvPr/>
        </p:nvSpPr>
        <p:spPr>
          <a:xfrm xmlns:a="http://schemas.openxmlformats.org/drawingml/2006/main">
            <a:off x="466344" y="351840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33" name="ANUARIO_CONTENIDO_0_1_6">
            <a:extLst xmlns:a="http://schemas.openxmlformats.org/drawingml/2006/main">
              <a:ext uri="{FF2B5EF4-FFF2-40B4-BE49-F238E27FC236}">
                <a16:creationId xmlns:a16="http://schemas.microsoft.com/office/drawing/2014/main" id="{211DE168-0FCF-4F45-AFA6-400EF65EEA76}"/>
              </a:ext>
            </a:extLst>
          </p:cNvPr>
          <p:cNvSpPr>
            <a:spLocks xmlns:a="http://schemas.openxmlformats.org/drawingml/2006/main" noGrp="1"/>
          </p:cNvSpPr>
          <p:nvPr/>
        </p:nvSpPr>
        <p:spPr>
          <a:xfrm xmlns:a="http://schemas.openxmlformats.org/drawingml/2006/main">
            <a:off x="466344" y="362224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p>
        </p:txBody>
      </p:sp>
      <p:sp>
        <p:nvSpPr>
          <p:cNvPr id="34" name="ANUARIO_CONTENIDO_0_1_7">
            <a:extLst xmlns:a="http://schemas.openxmlformats.org/drawingml/2006/main">
              <a:ext uri="{FF2B5EF4-FFF2-40B4-BE49-F238E27FC236}">
                <a16:creationId xmlns:a16="http://schemas.microsoft.com/office/drawing/2014/main" id="{16F04FA5-CBBC-4917-A140-961F37B6190D}"/>
              </a:ext>
            </a:extLst>
          </p:cNvPr>
          <p:cNvSpPr>
            <a:spLocks xmlns:a="http://schemas.openxmlformats.org/drawingml/2006/main" noGrp="1"/>
          </p:cNvSpPr>
          <p:nvPr/>
        </p:nvSpPr>
        <p:spPr>
          <a:xfrm xmlns:a="http://schemas.openxmlformats.org/drawingml/2006/main">
            <a:off x="466344" y="372607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Maestra.</a:t>
            </a:r>
          </a:p>
        </p:txBody>
      </p:sp>
      <p:sp>
        <p:nvSpPr>
          <p:cNvPr id="35" name="ANUARIO_CONTENIDO_0_1_8">
            <a:extLst xmlns:a="http://schemas.openxmlformats.org/drawingml/2006/main">
              <a:ext uri="{FF2B5EF4-FFF2-40B4-BE49-F238E27FC236}">
                <a16:creationId xmlns:a16="http://schemas.microsoft.com/office/drawing/2014/main" id="{13FBD5B0-EE6C-4FD4-8CF2-7FCE8CF06075}"/>
              </a:ext>
            </a:extLst>
          </p:cNvPr>
          <p:cNvSpPr>
            <a:spLocks xmlns:a="http://schemas.openxmlformats.org/drawingml/2006/main" noGrp="1"/>
          </p:cNvSpPr>
          <p:nvPr/>
        </p:nvSpPr>
        <p:spPr>
          <a:xfrm xmlns:a="http://schemas.openxmlformats.org/drawingml/2006/main">
            <a:off x="466344" y="38553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6" name="ANUARIO_CONTENIDO_0_1_9">
            <a:extLst xmlns:a="http://schemas.openxmlformats.org/drawingml/2006/main">
              <a:ext uri="{FF2B5EF4-FFF2-40B4-BE49-F238E27FC236}">
                <a16:creationId xmlns:a16="http://schemas.microsoft.com/office/drawing/2014/main" id="{2C4ACF18-F52E-435C-BB6A-3C868B68B41B}"/>
              </a:ext>
            </a:extLst>
          </p:cNvPr>
          <p:cNvSpPr>
            <a:spLocks xmlns:a="http://schemas.openxmlformats.org/drawingml/2006/main" noGrp="1"/>
          </p:cNvSpPr>
          <p:nvPr/>
        </p:nvSpPr>
        <p:spPr>
          <a:xfrm xmlns:a="http://schemas.openxmlformats.org/drawingml/2006/main">
            <a:off x="466344" y="395914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p>
        </p:txBody>
      </p:sp>
      <p:sp>
        <p:nvSpPr>
          <p:cNvPr id="37" name="ANUARIO_CONTENIDO_0_1_10">
            <a:extLst xmlns:a="http://schemas.openxmlformats.org/drawingml/2006/main">
              <a:ext uri="{FF2B5EF4-FFF2-40B4-BE49-F238E27FC236}">
                <a16:creationId xmlns:a16="http://schemas.microsoft.com/office/drawing/2014/main" id="{60BE6DB8-CDAC-4CEC-B3BF-C21240293F82}"/>
              </a:ext>
            </a:extLst>
          </p:cNvPr>
          <p:cNvSpPr>
            <a:spLocks xmlns:a="http://schemas.openxmlformats.org/drawingml/2006/main" noGrp="1"/>
          </p:cNvSpPr>
          <p:nvPr/>
        </p:nvSpPr>
        <p:spPr>
          <a:xfrm xmlns:a="http://schemas.openxmlformats.org/drawingml/2006/main">
            <a:off x="466344" y="406298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2015-2016</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noviembre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p>
        </p:txBody>
      </p:sp>
      <p:sp>
        <p:nvSpPr>
          <p:cNvPr id="38" name="ANUARIO_ANEXO_P128_DESIGN_2026">
            <a:extLst xmlns:a="http://schemas.openxmlformats.org/drawingml/2006/main">
              <a:ext uri="{FF2B5EF4-FFF2-40B4-BE49-F238E27FC236}">
                <a16:creationId xmlns:a16="http://schemas.microsoft.com/office/drawing/2014/main" id="{4C8EA383-9F2D-4D43-A3EB-B4C50361B118}"/>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9" name="ANUARIO_ACENTO">
            <a:extLst xmlns:a="http://schemas.openxmlformats.org/drawingml/2006/main">
              <a:ext uri="{FF2B5EF4-FFF2-40B4-BE49-F238E27FC236}">
                <a16:creationId xmlns:a16="http://schemas.microsoft.com/office/drawing/2014/main" id="{BF6387ED-BB45-4C42-AF05-F78A68D0C0C8}"/>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0" name="ANUARIO_SECCION">
            <a:extLst xmlns:a="http://schemas.openxmlformats.org/drawingml/2006/main">
              <a:ext uri="{FF2B5EF4-FFF2-40B4-BE49-F238E27FC236}">
                <a16:creationId xmlns:a16="http://schemas.microsoft.com/office/drawing/2014/main" id="{DBD58DBC-A66F-4AEA-A96B-0504C16F43BE}"/>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Consumo de radio y televisión</a:t>
            </a:r>
          </a:p>
        </p:txBody>
      </p:sp>
      <p:sp>
        <p:nvSpPr>
          <p:cNvPr id="41" name="ANUARIO_CONTENIDO_1_0_0">
            <a:extLst xmlns:a="http://schemas.openxmlformats.org/drawingml/2006/main">
              <a:ext uri="{FF2B5EF4-FFF2-40B4-BE49-F238E27FC236}">
                <a16:creationId xmlns:a16="http://schemas.microsoft.com/office/drawing/2014/main" id="{7060990B-7519-4FDA-AEF7-41D0B8D1E1B1}"/>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compilados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p>
        </p:txBody>
      </p:sp>
      <p:sp>
        <p:nvSpPr>
          <p:cNvPr id="42" name="ANUARIO_CONTENIDO_1_0_1">
            <a:extLst xmlns:a="http://schemas.openxmlformats.org/drawingml/2006/main">
              <a:ext uri="{FF2B5EF4-FFF2-40B4-BE49-F238E27FC236}">
                <a16:creationId xmlns:a16="http://schemas.microsoft.com/office/drawing/2014/main" id="{85983D2A-881C-49B0-8184-1AE13B86123C}"/>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llamados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“people</a:t>
            </a:r>
            <a:r>
              <a:rPr sz="730" b="0" i="0">
                <a:solidFill>
                  <a:srgbClr val="24383A"/>
                </a:solidFill>
                <a:latin typeface="DejaVu Sans"/>
                <a:ea typeface="DejaVu Sans"/>
                <a:cs typeface="DejaVu Sans"/>
              </a:rPr>
              <a:t> </a:t>
            </a:r>
          </a:p>
        </p:txBody>
      </p:sp>
      <p:sp>
        <p:nvSpPr>
          <p:cNvPr id="43" name="ANUARIO_CONTENIDO_1_0_2">
            <a:extLst xmlns:a="http://schemas.openxmlformats.org/drawingml/2006/main">
              <a:ext uri="{FF2B5EF4-FFF2-40B4-BE49-F238E27FC236}">
                <a16:creationId xmlns:a16="http://schemas.microsoft.com/office/drawing/2014/main" id="{41D1B34B-317F-425F-8DA5-138A31FB7BFC}"/>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recopilación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electrónico.</a:t>
            </a:r>
          </a:p>
        </p:txBody>
      </p:sp>
      <p:sp>
        <p:nvSpPr>
          <p:cNvPr id="44" name="ANUARIO_CONTENIDO_1_0_3">
            <a:extLst xmlns:a="http://schemas.openxmlformats.org/drawingml/2006/main">
              <a:ext uri="{FF2B5EF4-FFF2-40B4-BE49-F238E27FC236}">
                <a16:creationId xmlns:a16="http://schemas.microsoft.com/office/drawing/2014/main" id="{79714E8D-1593-4C3F-BB00-90AFE80BAFA2}"/>
              </a:ext>
            </a:extLst>
          </p:cNvPr>
          <p:cNvSpPr>
            <a:spLocks xmlns:a="http://schemas.openxmlformats.org/drawingml/2006/main" noGrp="1"/>
          </p:cNvSpPr>
          <p:nvPr/>
        </p:nvSpPr>
        <p:spPr>
          <a:xfrm xmlns:a="http://schemas.openxmlformats.org/drawingml/2006/main">
            <a:off x="4828032"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agrupadas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cinco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rubros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p>
        </p:txBody>
      </p:sp>
      <p:sp>
        <p:nvSpPr>
          <p:cNvPr id="45" name="ANUARIO_CONTENIDO_1_0_4">
            <a:extLst xmlns:a="http://schemas.openxmlformats.org/drawingml/2006/main">
              <a:ext uri="{FF2B5EF4-FFF2-40B4-BE49-F238E27FC236}">
                <a16:creationId xmlns:a16="http://schemas.microsoft.com/office/drawing/2014/main" id="{22FF0411-9AAC-4F5F-A8CB-B800192B2F6C}"/>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AMCM</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p>
        </p:txBody>
      </p:sp>
      <p:sp>
        <p:nvSpPr>
          <p:cNvPr id="46" name="ANUARIO_CONTENIDO_1_0_5">
            <a:extLst xmlns:a="http://schemas.openxmlformats.org/drawingml/2006/main">
              <a:ext uri="{FF2B5EF4-FFF2-40B4-BE49-F238E27FC236}">
                <a16:creationId xmlns:a16="http://schemas.microsoft.com/office/drawing/2014/main" id="{1412F00B-5E04-4D92-98BA-9209496BA144}"/>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47" name="ANUARIO_CONTENIDO_1_0_6">
            <a:extLst xmlns:a="http://schemas.openxmlformats.org/drawingml/2006/main">
              <a:ext uri="{FF2B5EF4-FFF2-40B4-BE49-F238E27FC236}">
                <a16:creationId xmlns:a16="http://schemas.microsoft.com/office/drawing/2014/main" id="{4D69ED56-BCBB-4433-849D-DDCA07E290E9}"/>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p>
        </p:txBody>
      </p:sp>
      <p:sp>
        <p:nvSpPr>
          <p:cNvPr id="48" name="ANUARIO_CONTENIDO_1_0_7">
            <a:extLst xmlns:a="http://schemas.openxmlformats.org/drawingml/2006/main">
              <a:ext uri="{FF2B5EF4-FFF2-40B4-BE49-F238E27FC236}">
                <a16:creationId xmlns:a16="http://schemas.microsoft.com/office/drawing/2014/main" id="{1E9E9AB2-5BE7-43EF-888A-BA4838C02B88}"/>
              </a:ext>
            </a:extLst>
          </p:cNvPr>
          <p:cNvSpPr>
            <a:spLocks xmlns:a="http://schemas.openxmlformats.org/drawingml/2006/main" noGrp="1"/>
          </p:cNvSpPr>
          <p:nvPr/>
        </p:nvSpPr>
        <p:spPr>
          <a:xfrm xmlns:a="http://schemas.openxmlformats.org/drawingml/2006/main">
            <a:off x="4828032"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indicativos,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además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conglomerado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república</a:t>
            </a:r>
            <a:r>
              <a:rPr sz="730" b="0" i="0">
                <a:solidFill>
                  <a:srgbClr val="24383A"/>
                </a:solidFill>
                <a:latin typeface="DejaVu Sans"/>
                <a:ea typeface="DejaVu Sans"/>
                <a:cs typeface="DejaVu Sans"/>
              </a:rPr>
              <a:t> </a:t>
            </a:r>
          </a:p>
        </p:txBody>
      </p:sp>
      <p:sp>
        <p:nvSpPr>
          <p:cNvPr id="49" name="ANUARIO_CONTENIDO_1_0_8">
            <a:extLst xmlns:a="http://schemas.openxmlformats.org/drawingml/2006/main">
              <a:ext uri="{FF2B5EF4-FFF2-40B4-BE49-F238E27FC236}">
                <a16:creationId xmlns:a16="http://schemas.microsoft.com/office/drawing/2014/main" id="{07AEBFEC-11D3-49EE-A16E-75A5F2203D03}"/>
              </a:ext>
            </a:extLst>
          </p:cNvPr>
          <p:cNvSpPr>
            <a:spLocks xmlns:a="http://schemas.openxmlformats.org/drawingml/2006/main" noGrp="1"/>
          </p:cNvSpPr>
          <p:nvPr/>
        </p:nvSpPr>
        <p:spPr>
          <a:xfrm xmlns:a="http://schemas.openxmlformats.org/drawingml/2006/main">
            <a:off x="4828032"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conjunto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estudio.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a:t>
            </a:r>
            <a:r>
              <a:rPr sz="730" b="0" i="0">
                <a:solidFill>
                  <a:srgbClr val="24383A"/>
                </a:solidFill>
                <a:latin typeface="DejaVu Sans"/>
                <a:ea typeface="DejaVu Sans"/>
                <a:cs typeface="DejaVu Sans"/>
              </a:rPr>
              <a:t> </a:t>
            </a:r>
          </a:p>
        </p:txBody>
      </p:sp>
      <p:sp>
        <p:nvSpPr>
          <p:cNvPr id="50" name="ANUARIO_CONTENIDO_1_0_9">
            <a:extLst xmlns:a="http://schemas.openxmlformats.org/drawingml/2006/main">
              <a:ext uri="{FF2B5EF4-FFF2-40B4-BE49-F238E27FC236}">
                <a16:creationId xmlns:a16="http://schemas.microsoft.com/office/drawing/2014/main" id="{F6042E21-525E-4E72-9DF5-3A114121B577}"/>
              </a:ext>
            </a:extLst>
          </p:cNvPr>
          <p:cNvSpPr>
            <a:spLocks xmlns:a="http://schemas.openxmlformats.org/drawingml/2006/main" noGrp="1"/>
          </p:cNvSpPr>
          <p:nvPr/>
        </p:nvSpPr>
        <p:spPr>
          <a:xfrm xmlns:a="http://schemas.openxmlformats.org/drawingml/2006/main">
            <a:off x="4828032"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evaluados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p>
        </p:txBody>
      </p:sp>
      <p:sp>
        <p:nvSpPr>
          <p:cNvPr id="51" name="ANUARIO_CONTENIDO_1_0_10">
            <a:extLst xmlns:a="http://schemas.openxmlformats.org/drawingml/2006/main">
              <a:ext uri="{FF2B5EF4-FFF2-40B4-BE49-F238E27FC236}">
                <a16:creationId xmlns:a16="http://schemas.microsoft.com/office/drawing/2014/main" id="{459F3BFA-0E24-4134-B943-D3B8CA74F3A7}"/>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referirse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Universo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p>
        </p:txBody>
      </p:sp>
      <p:sp>
        <p:nvSpPr>
          <p:cNvPr id="52" name="ANUARIO_CONTENIDO_1_0_11">
            <a:extLst xmlns:a="http://schemas.openxmlformats.org/drawingml/2006/main">
              <a:ext uri="{FF2B5EF4-FFF2-40B4-BE49-F238E27FC236}">
                <a16:creationId xmlns:a16="http://schemas.microsoft.com/office/drawing/2014/main" id="{904FE1D3-6289-42DC-BD0C-27777B6271B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tengan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funcionando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2">
            <a:extLst xmlns:a="http://schemas.openxmlformats.org/drawingml/2006/main">
              <a:ext uri="{FF2B5EF4-FFF2-40B4-BE49-F238E27FC236}">
                <a16:creationId xmlns:a16="http://schemas.microsoft.com/office/drawing/2014/main" id="{48466C9B-E02B-4916-855C-D14B6AF780B5}"/>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54" name="ANUARIO_CONTENIDO_1_0_13">
            <a:extLst xmlns:a="http://schemas.openxmlformats.org/drawingml/2006/main">
              <a:ext uri="{FF2B5EF4-FFF2-40B4-BE49-F238E27FC236}">
                <a16:creationId xmlns:a16="http://schemas.microsoft.com/office/drawing/2014/main" id="{61F24B7A-06B7-4772-92D9-7393148E3501}"/>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funciona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algún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tipo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p>
        </p:txBody>
      </p:sp>
      <p:sp>
        <p:nvSpPr>
          <p:cNvPr id="55" name="ANUARIO_CONTENIDO_1_0_14">
            <a:extLst xmlns:a="http://schemas.openxmlformats.org/drawingml/2006/main">
              <a:ext uri="{FF2B5EF4-FFF2-40B4-BE49-F238E27FC236}">
                <a16:creationId xmlns:a16="http://schemas.microsoft.com/office/drawing/2014/main" id="{7562D141-7F85-49DA-A565-416A273047FC}"/>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independientemente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reciban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p>
        </p:txBody>
      </p:sp>
      <p:sp>
        <p:nvSpPr>
          <p:cNvPr id="56" name="ANUARIO_CONTENIDO_1_0_15">
            <a:extLst xmlns:a="http://schemas.openxmlformats.org/drawingml/2006/main">
              <a:ext uri="{FF2B5EF4-FFF2-40B4-BE49-F238E27FC236}">
                <a16:creationId xmlns:a16="http://schemas.microsoft.com/office/drawing/2014/main" id="{642481D9-8409-4384-BE1D-3371D19002D7}"/>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abierta,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restringida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otros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conectados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incluyen</a:t>
            </a:r>
            <a:r>
              <a:rPr sz="730" b="0" i="0">
                <a:solidFill>
                  <a:srgbClr val="24383A"/>
                </a:solidFill>
                <a:latin typeface="DejaVu Sans"/>
                <a:ea typeface="DejaVu Sans"/>
                <a:cs typeface="DejaVu Sans"/>
              </a:rPr>
              <a:t> </a:t>
            </a:r>
          </a:p>
        </p:txBody>
      </p:sp>
      <p:sp>
        <p:nvSpPr>
          <p:cNvPr id="57" name="ANUARIO_CONTENIDO_1_0_16">
            <a:extLst xmlns:a="http://schemas.openxmlformats.org/drawingml/2006/main">
              <a:ext uri="{FF2B5EF4-FFF2-40B4-BE49-F238E27FC236}">
                <a16:creationId xmlns:a16="http://schemas.microsoft.com/office/drawing/2014/main" id="{23806E99-CA5C-40D7-9E40-CFC2FA2C2C9D}"/>
              </a:ext>
            </a:extLst>
          </p:cNvPr>
          <p:cNvSpPr>
            <a:spLocks xmlns:a="http://schemas.openxmlformats.org/drawingml/2006/main" noGrp="1"/>
          </p:cNvSpPr>
          <p:nvPr/>
        </p:nvSpPr>
        <p:spPr>
          <a:xfrm xmlns:a="http://schemas.openxmlformats.org/drawingml/2006/main">
            <a:off x="4828032" y="27180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invitados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(Guests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Viewers).</a:t>
            </a:r>
            <a:r>
              <a:rPr sz="730" b="0" i="0">
                <a:solidFill>
                  <a:srgbClr val="24383A"/>
                </a:solidFill>
                <a:latin typeface="DejaVu Sans"/>
                <a:ea typeface="DejaVu Sans"/>
                <a:cs typeface="DejaVu Sans"/>
              </a:rPr>
              <a:t> </a:t>
            </a:r>
          </a:p>
        </p:txBody>
      </p:sp>
      <p:sp>
        <p:nvSpPr>
          <p:cNvPr id="58" name="ANUARIO_CONTENIDO_1_0_17">
            <a:extLst xmlns:a="http://schemas.openxmlformats.org/drawingml/2006/main">
              <a:ext uri="{FF2B5EF4-FFF2-40B4-BE49-F238E27FC236}">
                <a16:creationId xmlns:a16="http://schemas.microsoft.com/office/drawing/2014/main" id="{EAB5F81B-42CD-4F25-AFCA-6EA2EC5791A3}"/>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Cuando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habla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acuerdo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definido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p>
        </p:txBody>
      </p:sp>
      <p:sp>
        <p:nvSpPr>
          <p:cNvPr id="59" name="ANUARIO_CONTENIDO_1_0_18">
            <a:extLst xmlns:a="http://schemas.openxmlformats.org/drawingml/2006/main">
              <a:ext uri="{FF2B5EF4-FFF2-40B4-BE49-F238E27FC236}">
                <a16:creationId xmlns:a16="http://schemas.microsoft.com/office/drawing/2014/main" id="{2114B3BC-6B81-49E8-BD72-75C70EB0F8C3}"/>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Estrellas,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Imagen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NU9VE,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60" name="ANUARIO_CONTENIDO_1_0_19">
            <a:extLst xmlns:a="http://schemas.openxmlformats.org/drawingml/2006/main">
              <a:ext uri="{FF2B5EF4-FFF2-40B4-BE49-F238E27FC236}">
                <a16:creationId xmlns:a16="http://schemas.microsoft.com/office/drawing/2014/main" id="{3D5F5B44-706B-4639-B56B-DA44D5E7BC20}"/>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ADN40.</a:t>
            </a:r>
          </a:p>
        </p:txBody>
      </p:sp>
      <p:sp>
        <p:nvSpPr>
          <p:cNvPr id="61" name="ANUARIO_CONTENIDO_1_0_20">
            <a:extLst xmlns:a="http://schemas.openxmlformats.org/drawingml/2006/main">
              <a:ext uri="{FF2B5EF4-FFF2-40B4-BE49-F238E27FC236}">
                <a16:creationId xmlns:a16="http://schemas.microsoft.com/office/drawing/2014/main" id="{2C6BE62C-6146-4CED-854E-6FAA71002F2C}"/>
              </a:ext>
            </a:extLst>
          </p:cNvPr>
          <p:cNvSpPr>
            <a:spLocks xmlns:a="http://schemas.openxmlformats.org/drawingml/2006/main" noGrp="1"/>
          </p:cNvSpPr>
          <p:nvPr/>
        </p:nvSpPr>
        <p:spPr>
          <a:xfrm xmlns:a="http://schemas.openxmlformats.org/drawingml/2006/main">
            <a:off x="4828032" y="318414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interpretación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realizado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responsabilidad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2" name="ANUARIO_CONTENIDO_1_0_21">
            <a:extLst xmlns:a="http://schemas.openxmlformats.org/drawingml/2006/main">
              <a:ext uri="{FF2B5EF4-FFF2-40B4-BE49-F238E27FC236}">
                <a16:creationId xmlns:a16="http://schemas.microsoft.com/office/drawing/2014/main" id="{8F9C1971-F451-48B9-95AC-5D65A12C23A6}"/>
              </a:ext>
            </a:extLst>
          </p:cNvPr>
          <p:cNvSpPr>
            <a:spLocks xmlns:a="http://schemas.openxmlformats.org/drawingml/2006/main" noGrp="1"/>
          </p:cNvSpPr>
          <p:nvPr/>
        </p:nvSpPr>
        <p:spPr>
          <a:xfrm xmlns:a="http://schemas.openxmlformats.org/drawingml/2006/main">
            <a:off x="4828032" y="328797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p>
        </p:txBody>
      </p:sp>
      <p:sp>
        <p:nvSpPr>
          <p:cNvPr id="63" name="ANUARIO_CONTENIDO_1_0_22">
            <a:extLst xmlns:a="http://schemas.openxmlformats.org/drawingml/2006/main">
              <a:ext uri="{FF2B5EF4-FFF2-40B4-BE49-F238E27FC236}">
                <a16:creationId xmlns:a16="http://schemas.microsoft.com/office/drawing/2014/main" id="{ABC72B5D-2582-4D19-9107-33167B98819D}"/>
              </a:ext>
            </a:extLst>
          </p:cNvPr>
          <p:cNvSpPr>
            <a:spLocks xmlns:a="http://schemas.openxmlformats.org/drawingml/2006/main" noGrp="1"/>
          </p:cNvSpPr>
          <p:nvPr/>
        </p:nvSpPr>
        <p:spPr>
          <a:xfrm xmlns:a="http://schemas.openxmlformats.org/drawingml/2006/main">
            <a:off x="4828032" y="33918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contractuales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4" name="ANUARIO_CONTENIDO_1_0_23">
            <a:extLst xmlns:a="http://schemas.openxmlformats.org/drawingml/2006/main">
              <a:ext uri="{FF2B5EF4-FFF2-40B4-BE49-F238E27FC236}">
                <a16:creationId xmlns:a16="http://schemas.microsoft.com/office/drawing/2014/main" id="{F78B2079-BA79-446A-8533-326CA342A64D}"/>
              </a:ext>
            </a:extLst>
          </p:cNvPr>
          <p:cNvSpPr>
            <a:spLocks xmlns:a="http://schemas.openxmlformats.org/drawingml/2006/main" noGrp="1"/>
          </p:cNvSpPr>
          <p:nvPr/>
        </p:nvSpPr>
        <p:spPr>
          <a:xfrm xmlns:a="http://schemas.openxmlformats.org/drawingml/2006/main">
            <a:off x="4828032" y="349565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validado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5" name="ANUARIO_CONTENIDO_1_0_24">
            <a:extLst xmlns:a="http://schemas.openxmlformats.org/drawingml/2006/main">
              <a:ext uri="{FF2B5EF4-FFF2-40B4-BE49-F238E27FC236}">
                <a16:creationId xmlns:a16="http://schemas.microsoft.com/office/drawing/2014/main" id="{C79E92AE-CA9D-4854-83C5-FF22ADB342AD}"/>
              </a:ext>
            </a:extLst>
          </p:cNvPr>
          <p:cNvSpPr>
            <a:spLocks xmlns:a="http://schemas.openxmlformats.org/drawingml/2006/main" noGrp="1"/>
          </p:cNvSpPr>
          <p:nvPr/>
        </p:nvSpPr>
        <p:spPr>
          <a:xfrm xmlns:a="http://schemas.openxmlformats.org/drawingml/2006/main">
            <a:off x="4828032" y="359948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mencionado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concuerda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6" name="ANUARIO_CONTENIDO_1_0_25">
            <a:extLst xmlns:a="http://schemas.openxmlformats.org/drawingml/2006/main">
              <a:ext uri="{FF2B5EF4-FFF2-40B4-BE49-F238E27FC236}">
                <a16:creationId xmlns:a16="http://schemas.microsoft.com/office/drawing/2014/main" id="{49EC8DFD-B141-476A-BCC4-969DF918F7E7}"/>
              </a:ext>
            </a:extLst>
          </p:cNvPr>
          <p:cNvSpPr>
            <a:spLocks xmlns:a="http://schemas.openxmlformats.org/drawingml/2006/main" noGrp="1"/>
          </p:cNvSpPr>
          <p:nvPr/>
        </p:nvSpPr>
        <p:spPr>
          <a:xfrm xmlns:a="http://schemas.openxmlformats.org/drawingml/2006/main">
            <a:off x="4828032" y="370332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aquellas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p>
        </p:txBody>
      </p:sp>
      <p:sp>
        <p:nvSpPr>
          <p:cNvPr id="67" name="ANUARIO_NOTAS_0">
            <a:extLst xmlns:a="http://schemas.openxmlformats.org/drawingml/2006/main">
              <a:ext uri="{FF2B5EF4-FFF2-40B4-BE49-F238E27FC236}">
                <a16:creationId xmlns:a16="http://schemas.microsoft.com/office/drawing/2014/main" id="{F7A1C7C8-6016-4FE1-8BCF-22326259EE3E}"/>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13</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https://www.inegi.org.mx/programas/endutih/2025/</a:t>
            </a:r>
            <a:r>
              <a:rPr sz="520" b="0" i="0">
                <a:solidFill>
                  <a:srgbClr val="24383A"/>
                </a:solidFill>
                <a:latin typeface="DejaVu Sans"/>
                <a:ea typeface="DejaVu Sans"/>
                <a:cs typeface="DejaVu Sans"/>
              </a:rPr>
              <a:t>.</a:t>
            </a:r>
          </a:p>
        </p:txBody>
      </p:sp>
      <p:pic>
        <p:nvPicPr>
          <p:cNvPr id="6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7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1"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7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7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75"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6249289"/>
      </p:ext>
    </p:extLst>
  </p:cSld>
</p:sld>
</file>

<file path=ppt/slides/slide128.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CC7D224-1ED2-475B-BB86-58B28F1A7609}"/>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93958AFB-6B78-429E-BF97-29D6E2C34000}"/>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128</a:t>
            </a:r>
          </a:p>
        </p:txBody>
      </p:sp>
      <p:sp>
        <p:nvSpPr>
          <p:cNvPr id="9" name="ANUARIO_EDICION">
            <a:extLst xmlns:a="http://schemas.openxmlformats.org/drawingml/2006/main">
              <a:ext uri="{FF2B5EF4-FFF2-40B4-BE49-F238E27FC236}">
                <a16:creationId xmlns:a16="http://schemas.microsoft.com/office/drawing/2014/main" id="{69CF3E38-1D58-4EFF-9970-6886B6DD0523}"/>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9_DESIGN_2026">
            <a:extLst xmlns:a="http://schemas.openxmlformats.org/drawingml/2006/main">
              <a:ext uri="{FF2B5EF4-FFF2-40B4-BE49-F238E27FC236}">
                <a16:creationId xmlns:a16="http://schemas.microsoft.com/office/drawing/2014/main" id="{EC135B2E-DF10-4094-8614-68430AD00437}"/>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A63BD975-DC4A-4CD2-A102-8A48E96C7C70}"/>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1677E7A2-F632-4A38-B65D-119107F01266}"/>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ENOE · población de 15 años y más¹⁴</a:t>
            </a:r>
          </a:p>
        </p:txBody>
      </p:sp>
      <p:sp>
        <p:nvSpPr>
          <p:cNvPr id="13" name="ANUARIO_CONTENIDO_0_0_0">
            <a:extLst xmlns:a="http://schemas.openxmlformats.org/drawingml/2006/main">
              <a:ext uri="{FF2B5EF4-FFF2-40B4-BE49-F238E27FC236}">
                <a16:creationId xmlns:a16="http://schemas.microsoft.com/office/drawing/2014/main" id="{400618FF-0F46-429C-ADC8-9033389E68B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mercado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mexicano</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FAE9CD7-EFD6-49F7-A86C-7ED3034163A8}"/>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9FDC84C6-422E-4BEA-877E-A41420DF8AB6}"/>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desocupación.</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F69202CE-6948-4B81-B6B6-5DC6A2D2DE78}"/>
              </a:ext>
            </a:extLst>
          </p:cNvPr>
          <p:cNvSpPr>
            <a:spLocks xmlns:a="http://schemas.openxmlformats.org/drawingml/2006/main" noGrp="1"/>
          </p:cNvSpPr>
          <p:nvPr/>
        </p:nvSpPr>
        <p:spPr>
          <a:xfrm xmlns:a="http://schemas.openxmlformats.org/drawingml/2006/main">
            <a:off x="466344"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B3081422-DBAD-44C8-8B0A-692F008FF90F}"/>
              </a:ext>
            </a:extLst>
          </p:cNvPr>
          <p:cNvSpPr>
            <a:spLocks xmlns:a="http://schemas.openxmlformats.org/drawingml/2006/main" noGrp="1"/>
          </p:cNvSpPr>
          <p:nvPr/>
        </p:nvSpPr>
        <p:spPr>
          <a:xfrm xmlns:a="http://schemas.openxmlformats.org/drawingml/2006/main">
            <a:off x="466344"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incorporando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preguntas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33CA109F-7BCE-4FFE-9361-10C8D242E582}"/>
              </a:ext>
            </a:extLst>
          </p:cNvPr>
          <p:cNvSpPr>
            <a:spLocks xmlns:a="http://schemas.openxmlformats.org/drawingml/2006/main" noGrp="1"/>
          </p:cNvSpPr>
          <p:nvPr/>
        </p:nvSpPr>
        <p:spPr>
          <a:xfrm xmlns:a="http://schemas.openxmlformats.org/drawingml/2006/main">
            <a:off x="466344"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entrevistas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telefónicas.</a:t>
            </a:r>
          </a:p>
        </p:txBody>
      </p:sp>
      <p:sp>
        <p:nvSpPr>
          <p:cNvPr id="19" name="ANUARIO_CONTENIDO_0_0_6">
            <a:extLst xmlns:a="http://schemas.openxmlformats.org/drawingml/2006/main">
              <a:ext uri="{FF2B5EF4-FFF2-40B4-BE49-F238E27FC236}">
                <a16:creationId xmlns:a16="http://schemas.microsoft.com/office/drawing/2014/main" id="{E460F737-A934-4725-AD28-95120E2F9EAD}"/>
              </a:ext>
            </a:extLst>
          </p:cNvPr>
          <p:cNvSpPr>
            <a:spLocks xmlns:a="http://schemas.openxmlformats.org/drawingml/2006/main" noGrp="1"/>
          </p:cNvSpPr>
          <p:nvPr/>
        </p:nvSpPr>
        <p:spPr>
          <a:xfrm xmlns:a="http://schemas.openxmlformats.org/drawingml/2006/main">
            <a:off x="466344" y="16796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suspensión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965022A3-628D-4CF8-B805-10C0815A8E8F}"/>
              </a:ext>
            </a:extLst>
          </p:cNvPr>
          <p:cNvSpPr>
            <a:spLocks xmlns:a="http://schemas.openxmlformats.org/drawingml/2006/main" noGrp="1"/>
          </p:cNvSpPr>
          <p:nvPr/>
        </p:nvSpPr>
        <p:spPr>
          <a:xfrm xmlns:a="http://schemas.openxmlformats.org/drawingml/2006/main">
            <a:off x="466344"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debido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contingencia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sanitaria,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consultar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10F3F3B5-AE23-4BA0-8C7B-23FDD90B9588}"/>
              </a:ext>
            </a:extLst>
          </p:cNvPr>
          <p:cNvSpPr>
            <a:spLocks xmlns:a="http://schemas.openxmlformats.org/drawingml/2006/main" noGrp="1"/>
          </p:cNvSpPr>
          <p:nvPr/>
        </p:nvSpPr>
        <p:spPr>
          <a:xfrm xmlns:a="http://schemas.openxmlformats.org/drawingml/2006/main">
            <a:off x="466344"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ETOE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junio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así</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Edición</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C8376C47-210A-457C-88BA-1C4DA2CEAFA4}"/>
              </a:ext>
            </a:extLst>
          </p:cNvPr>
          <p:cNvSpPr>
            <a:spLocks xmlns:a="http://schemas.openxmlformats.org/drawingml/2006/main" noGrp="1"/>
          </p:cNvSpPr>
          <p:nvPr/>
        </p:nvSpPr>
        <p:spPr>
          <a:xfrm xmlns:a="http://schemas.openxmlformats.org/drawingml/2006/main">
            <a:off x="466344"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(ENOEN)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p>
        </p:txBody>
      </p:sp>
      <p:sp>
        <p:nvSpPr>
          <p:cNvPr id="23" name="ANUARIO_CONTENIDO_0_0_10">
            <a:extLst xmlns:a="http://schemas.openxmlformats.org/drawingml/2006/main">
              <a:ext uri="{FF2B5EF4-FFF2-40B4-BE49-F238E27FC236}">
                <a16:creationId xmlns:a16="http://schemas.microsoft.com/office/drawing/2014/main" id="{20E7AD1F-F848-4E31-83BF-991350591BAE}"/>
              </a:ext>
            </a:extLst>
          </p:cNvPr>
          <p:cNvSpPr>
            <a:spLocks xmlns:a="http://schemas.openxmlformats.org/drawingml/2006/main" noGrp="1"/>
          </p:cNvSpPr>
          <p:nvPr/>
        </p:nvSpPr>
        <p:spPr>
          <a:xfrm xmlns:a="http://schemas.openxmlformats.org/drawingml/2006/main">
            <a:off x="466344" y="21203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primer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a:t>
            </a:r>
            <a:r>
              <a:rPr sz="73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086F91D4-A001-4C7F-B874-E7AEEB73B99C}"/>
              </a:ext>
            </a:extLst>
          </p:cNvPr>
          <p:cNvSpPr>
            <a:spLocks xmlns:a="http://schemas.openxmlformats.org/drawingml/2006/main" noGrp="1"/>
          </p:cNvSpPr>
          <p:nvPr/>
        </p:nvSpPr>
        <p:spPr>
          <a:xfrm xmlns:a="http://schemas.openxmlformats.org/drawingml/2006/main">
            <a:off x="466344" y="22242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E4263B40-C6F7-4BDA-A7D3-CBD74EBFE3E1}"/>
              </a:ext>
            </a:extLst>
          </p:cNvPr>
          <p:cNvSpPr>
            <a:spLocks xmlns:a="http://schemas.openxmlformats.org/drawingml/2006/main" noGrp="1"/>
          </p:cNvSpPr>
          <p:nvPr/>
        </p:nvSpPr>
        <p:spPr>
          <a:xfrm xmlns:a="http://schemas.openxmlformats.org/drawingml/2006/main">
            <a:off x="466344" y="23280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D3032BC0-6126-4C52-8D87-7E9BACDFC9DE}"/>
              </a:ext>
            </a:extLst>
          </p:cNvPr>
          <p:cNvSpPr>
            <a:spLocks xmlns:a="http://schemas.openxmlformats.org/drawingml/2006/main" noGrp="1"/>
          </p:cNvSpPr>
          <p:nvPr/>
        </p:nvSpPr>
        <p:spPr>
          <a:xfrm xmlns:a="http://schemas.openxmlformats.org/drawingml/2006/main">
            <a:off x="466344" y="24318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1F42FE44-3B31-40DA-B641-0CDCB44B82E4}"/>
              </a:ext>
            </a:extLst>
          </p:cNvPr>
          <p:cNvSpPr>
            <a:spLocks xmlns:a="http://schemas.openxmlformats.org/drawingml/2006/main" noGrp="1"/>
          </p:cNvSpPr>
          <p:nvPr/>
        </p:nvSpPr>
        <p:spPr>
          <a:xfrm xmlns:a="http://schemas.openxmlformats.org/drawingml/2006/main">
            <a:off x="466344" y="25357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federativa,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9315EAF7-A05A-44F3-9416-3505F2B2C102}"/>
              </a:ext>
            </a:extLst>
          </p:cNvPr>
          <p:cNvSpPr>
            <a:spLocks xmlns:a="http://schemas.openxmlformats.org/drawingml/2006/main" noGrp="1"/>
          </p:cNvSpPr>
          <p:nvPr/>
        </p:nvSpPr>
        <p:spPr>
          <a:xfrm xmlns:a="http://schemas.openxmlformats.org/drawingml/2006/main">
            <a:off x="466344" y="26395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Muestreo.</a:t>
            </a:r>
          </a:p>
        </p:txBody>
      </p:sp>
      <p:sp>
        <p:nvSpPr>
          <p:cNvPr id="29" name="ANUARIO_CONTENIDO_0_0_16">
            <a:extLst xmlns:a="http://schemas.openxmlformats.org/drawingml/2006/main">
              <a:ext uri="{FF2B5EF4-FFF2-40B4-BE49-F238E27FC236}">
                <a16:creationId xmlns:a16="http://schemas.microsoft.com/office/drawing/2014/main" id="{8F4F22A9-4C96-48A3-A74E-8ECFA35BF716}"/>
              </a:ext>
            </a:extLst>
          </p:cNvPr>
          <p:cNvSpPr>
            <a:spLocks xmlns:a="http://schemas.openxmlformats.org/drawingml/2006/main" noGrp="1"/>
          </p:cNvSpPr>
          <p:nvPr/>
        </p:nvSpPr>
        <p:spPr>
          <a:xfrm xmlns:a="http://schemas.openxmlformats.org/drawingml/2006/main">
            <a:off x="466344" y="27688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serie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histórica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26866388-F335-4726-84E0-7B4539B75B4A}"/>
              </a:ext>
            </a:extLst>
          </p:cNvPr>
          <p:cNvSpPr>
            <a:spLocks xmlns:a="http://schemas.openxmlformats.org/drawingml/2006/main" noGrp="1"/>
          </p:cNvSpPr>
          <p:nvPr/>
        </p:nvSpPr>
        <p:spPr>
          <a:xfrm xmlns:a="http://schemas.openxmlformats.org/drawingml/2006/main">
            <a:off x="466344" y="28726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llevará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FF71DC9A-2F0A-456A-A4F7-2B35DAA221C4}"/>
              </a:ext>
            </a:extLst>
          </p:cNvPr>
          <p:cNvSpPr>
            <a:spLocks xmlns:a="http://schemas.openxmlformats.org/drawingml/2006/main" noGrp="1"/>
          </p:cNvSpPr>
          <p:nvPr/>
        </p:nvSpPr>
        <p:spPr>
          <a:xfrm xmlns:a="http://schemas.openxmlformats.org/drawingml/2006/main">
            <a:off x="466344" y="29764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cabo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esquema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divulgación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permitirá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reemplazar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paulatina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6BD93000-D182-44EB-9821-D18B6A362CBB}"/>
              </a:ext>
            </a:extLst>
          </p:cNvPr>
          <p:cNvSpPr>
            <a:spLocks xmlns:a="http://schemas.openxmlformats.org/drawingml/2006/main" noGrp="1"/>
          </p:cNvSpPr>
          <p:nvPr/>
        </p:nvSpPr>
        <p:spPr>
          <a:xfrm xmlns:a="http://schemas.openxmlformats.org/drawingml/2006/main">
            <a:off x="466344" y="30803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productos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p>
        </p:txBody>
      </p:sp>
      <p:sp>
        <p:nvSpPr>
          <p:cNvPr id="33" name="ANUARIO_ANEXO_P129_DESIGN_2026">
            <a:extLst xmlns:a="http://schemas.openxmlformats.org/drawingml/2006/main">
              <a:ext uri="{FF2B5EF4-FFF2-40B4-BE49-F238E27FC236}">
                <a16:creationId xmlns:a16="http://schemas.microsoft.com/office/drawing/2014/main" id="{BCA5FBA7-35D3-4323-A2AF-ABD208EA4986}"/>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4" name="ANUARIO_ACENTO">
            <a:extLst xmlns:a="http://schemas.openxmlformats.org/drawingml/2006/main">
              <a:ext uri="{FF2B5EF4-FFF2-40B4-BE49-F238E27FC236}">
                <a16:creationId xmlns:a16="http://schemas.microsoft.com/office/drawing/2014/main" id="{ACCEF537-552F-4E7B-9B1E-D17E5EC9905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5" name="ANUARIO_SECCION">
            <a:extLst xmlns:a="http://schemas.openxmlformats.org/drawingml/2006/main">
              <a:ext uri="{FF2B5EF4-FFF2-40B4-BE49-F238E27FC236}">
                <a16:creationId xmlns:a16="http://schemas.microsoft.com/office/drawing/2014/main" id="{56FF1480-97D9-47B5-86A9-85CD5F5D0500}"/>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PIB · metodología¹⁵</a:t>
            </a:r>
          </a:p>
        </p:txBody>
      </p:sp>
      <p:sp>
        <p:nvSpPr>
          <p:cNvPr id="36" name="ANUARIO_CONTENIDO_1_0_0">
            <a:extLst xmlns:a="http://schemas.openxmlformats.org/drawingml/2006/main">
              <a:ext uri="{FF2B5EF4-FFF2-40B4-BE49-F238E27FC236}">
                <a16:creationId xmlns:a16="http://schemas.microsoft.com/office/drawing/2014/main" id="{5E810A21-DA51-46C0-901A-718C94F1C1ED}"/>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p>
        </p:txBody>
      </p:sp>
      <p:sp>
        <p:nvSpPr>
          <p:cNvPr id="37" name="ANUARIO_CONTENIDO_1_0_1">
            <a:extLst xmlns:a="http://schemas.openxmlformats.org/drawingml/2006/main">
              <a:ext uri="{FF2B5EF4-FFF2-40B4-BE49-F238E27FC236}">
                <a16:creationId xmlns:a16="http://schemas.microsoft.com/office/drawing/2014/main" id="{5616EB59-2557-4271-A15D-90BBA6A31A66}"/>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(eliminando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efectos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8" name="ANUARIO_CONTENIDO_1_0_2">
            <a:extLst xmlns:a="http://schemas.openxmlformats.org/drawingml/2006/main">
              <a:ext uri="{FF2B5EF4-FFF2-40B4-BE49-F238E27FC236}">
                <a16:creationId xmlns:a16="http://schemas.microsoft.com/office/drawing/2014/main" id="{183A4D77-142A-4ECC-8A17-8FF9B6068537}"/>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corrientes.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calcular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39" name="ANUARIO_CONTENIDO_1_0_3">
            <a:extLst xmlns:a="http://schemas.openxmlformats.org/drawingml/2006/main">
              <a:ext uri="{FF2B5EF4-FFF2-40B4-BE49-F238E27FC236}">
                <a16:creationId xmlns:a16="http://schemas.microsoft.com/office/drawing/2014/main" id="{0FBB072A-FFFA-4DEC-82F0-559DDC30605C}"/>
              </a:ext>
            </a:extLst>
          </p:cNvPr>
          <p:cNvSpPr>
            <a:spLocks xmlns:a="http://schemas.openxmlformats.org/drawingml/2006/main" noGrp="1"/>
          </p:cNvSpPr>
          <p:nvPr/>
        </p:nvSpPr>
        <p:spPr>
          <a:xfrm xmlns:a="http://schemas.openxmlformats.org/drawingml/2006/main">
            <a:off x="4828032"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métodos: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p>
        </p:txBody>
      </p:sp>
      <p:sp>
        <p:nvSpPr>
          <p:cNvPr id="40" name="ANUARIO_CONTENIDO_1_0_4">
            <a:extLst xmlns:a="http://schemas.openxmlformats.org/drawingml/2006/main">
              <a:ext uri="{FF2B5EF4-FFF2-40B4-BE49-F238E27FC236}">
                <a16:creationId xmlns:a16="http://schemas.microsoft.com/office/drawing/2014/main" id="{044EE613-A773-401E-8A4B-CDDEB22050E9}"/>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plazo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oportuna,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completa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41" name="ANUARIO_CONTENIDO_1_0_5">
            <a:extLst xmlns:a="http://schemas.openxmlformats.org/drawingml/2006/main">
              <a:ext uri="{FF2B5EF4-FFF2-40B4-BE49-F238E27FC236}">
                <a16:creationId xmlns:a16="http://schemas.microsoft.com/office/drawing/2014/main" id="{9F02D3D0-08AE-4EB4-9DAF-0C64BAB8EDBA}"/>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coherente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evolución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p>
        </p:txBody>
      </p:sp>
      <p:sp>
        <p:nvSpPr>
          <p:cNvPr id="42" name="ANUARIO_CONTENIDO_1_0_6">
            <a:extLst xmlns:a="http://schemas.openxmlformats.org/drawingml/2006/main">
              <a:ext uri="{FF2B5EF4-FFF2-40B4-BE49-F238E27FC236}">
                <a16:creationId xmlns:a16="http://schemas.microsoft.com/office/drawing/2014/main" id="{3D5A47F9-7DBD-43AA-BFEA-805490EA685C}"/>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proporcionando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apoyar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decisiones.</a:t>
            </a:r>
          </a:p>
        </p:txBody>
      </p:sp>
      <p:sp>
        <p:nvSpPr>
          <p:cNvPr id="43" name="ANUARIO_CONTENIDO_1_0_7">
            <a:extLst xmlns:a="http://schemas.openxmlformats.org/drawingml/2006/main">
              <a:ext uri="{FF2B5EF4-FFF2-40B4-BE49-F238E27FC236}">
                <a16:creationId xmlns:a16="http://schemas.microsoft.com/office/drawing/2014/main" id="{CA196D61-8156-4E22-8D8B-5909318016AC}"/>
              </a:ext>
            </a:extLst>
          </p:cNvPr>
          <p:cNvSpPr>
            <a:spLocks xmlns:a="http://schemas.openxmlformats.org/drawingml/2006/main" noGrp="1"/>
          </p:cNvSpPr>
          <p:nvPr/>
        </p:nvSpPr>
        <p:spPr>
          <a:xfrm xmlns:a="http://schemas.openxmlformats.org/drawingml/2006/main">
            <a:off x="4828032"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29</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agosto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Instituto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Geografía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p>
        </p:txBody>
      </p:sp>
      <p:sp>
        <p:nvSpPr>
          <p:cNvPr id="44" name="ANUARIO_CONTENIDO_1_0_8">
            <a:extLst xmlns:a="http://schemas.openxmlformats.org/drawingml/2006/main">
              <a:ext uri="{FF2B5EF4-FFF2-40B4-BE49-F238E27FC236}">
                <a16:creationId xmlns:a16="http://schemas.microsoft.com/office/drawing/2014/main" id="{527DC507-1CC6-4745-8982-9FE9A1C4A4E2}"/>
              </a:ext>
            </a:extLst>
          </p:cNvPr>
          <p:cNvSpPr>
            <a:spLocks xmlns:a="http://schemas.openxmlformats.org/drawingml/2006/main" noGrp="1"/>
          </p:cNvSpPr>
          <p:nvPr/>
        </p:nvSpPr>
        <p:spPr>
          <a:xfrm xmlns:a="http://schemas.openxmlformats.org/drawingml/2006/main">
            <a:off x="4828032"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presentó</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(SCNM),</a:t>
            </a:r>
            <a:r>
              <a:rPr sz="730" b="0" i="0">
                <a:solidFill>
                  <a:srgbClr val="24383A"/>
                </a:solidFill>
                <a:latin typeface="DejaVu Sans"/>
                <a:ea typeface="DejaVu Sans"/>
                <a:cs typeface="DejaVu Sans"/>
              </a:rPr>
              <a:t> </a:t>
            </a:r>
          </a:p>
        </p:txBody>
      </p:sp>
      <p:sp>
        <p:nvSpPr>
          <p:cNvPr id="45" name="ANUARIO_CONTENIDO_1_0_9">
            <a:extLst xmlns:a="http://schemas.openxmlformats.org/drawingml/2006/main">
              <a:ext uri="{FF2B5EF4-FFF2-40B4-BE49-F238E27FC236}">
                <a16:creationId xmlns:a16="http://schemas.microsoft.com/office/drawing/2014/main" id="{F50AA142-CA42-48EB-8E9E-AF79166540DE}"/>
              </a:ext>
            </a:extLst>
          </p:cNvPr>
          <p:cNvSpPr>
            <a:spLocks xmlns:a="http://schemas.openxmlformats.org/drawingml/2006/main" noGrp="1"/>
          </p:cNvSpPr>
          <p:nvPr/>
        </p:nvSpPr>
        <p:spPr>
          <a:xfrm xmlns:a="http://schemas.openxmlformats.org/drawingml/2006/main">
            <a:off x="4828032"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tendría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modificaciones.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46" name="ANUARIO_CONTENIDO_1_0_10">
            <a:extLst xmlns:a="http://schemas.openxmlformats.org/drawingml/2006/main">
              <a:ext uri="{FF2B5EF4-FFF2-40B4-BE49-F238E27FC236}">
                <a16:creationId xmlns:a16="http://schemas.microsoft.com/office/drawing/2014/main" id="{80E4609A-2C11-415E-92AE-2DE595BA9BE6}"/>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Lineamientos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Ciclo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p>
        </p:txBody>
      </p:sp>
      <p:sp>
        <p:nvSpPr>
          <p:cNvPr id="47" name="ANUARIO_CONTENIDO_1_0_11">
            <a:extLst xmlns:a="http://schemas.openxmlformats.org/drawingml/2006/main">
              <a:ext uri="{FF2B5EF4-FFF2-40B4-BE49-F238E27FC236}">
                <a16:creationId xmlns:a16="http://schemas.microsoft.com/office/drawing/2014/main" id="{2BAEE7D1-C341-4C30-ADEA-3188191B5DC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clave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conceptual</a:t>
            </a:r>
            <a:r>
              <a:rPr sz="730" b="0" i="0">
                <a:solidFill>
                  <a:srgbClr val="24383A"/>
                </a:solidFill>
                <a:latin typeface="DejaVu Sans"/>
                <a:ea typeface="DejaVu Sans"/>
                <a:cs typeface="DejaVu Sans"/>
              </a:rPr>
              <a:t> </a:t>
            </a:r>
          </a:p>
        </p:txBody>
      </p:sp>
      <p:sp>
        <p:nvSpPr>
          <p:cNvPr id="48" name="ANUARIO_CONTENIDO_1_0_12">
            <a:extLst xmlns:a="http://schemas.openxmlformats.org/drawingml/2006/main">
              <a:ext uri="{FF2B5EF4-FFF2-40B4-BE49-F238E27FC236}">
                <a16:creationId xmlns:a16="http://schemas.microsoft.com/office/drawing/2014/main" id="{E8021DC2-3E79-4D6D-A0C7-3E9243D74EF2}"/>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adopción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adaptación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teórico-contable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p>
        </p:txBody>
      </p:sp>
      <p:sp>
        <p:nvSpPr>
          <p:cNvPr id="49" name="ANUARIO_CONTENIDO_1_0_13">
            <a:extLst xmlns:a="http://schemas.openxmlformats.org/drawingml/2006/main">
              <a:ext uri="{FF2B5EF4-FFF2-40B4-BE49-F238E27FC236}">
                <a16:creationId xmlns:a16="http://schemas.microsoft.com/office/drawing/2014/main" id="{FCBC120A-F96B-4090-A6F5-47734348E579}"/>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versiones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aprobado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0" name="ANUARIO_CONTENIDO_1_0_14">
            <a:extLst xmlns:a="http://schemas.openxmlformats.org/drawingml/2006/main">
              <a:ext uri="{FF2B5EF4-FFF2-40B4-BE49-F238E27FC236}">
                <a16:creationId xmlns:a16="http://schemas.microsoft.com/office/drawing/2014/main" id="{5B98C8CB-ED32-47FE-94A8-E811D321494B}"/>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1968,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1993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algunos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aspectos</a:t>
            </a:r>
            <a:r>
              <a:rPr sz="730" b="0" i="0">
                <a:solidFill>
                  <a:srgbClr val="24383A"/>
                </a:solidFill>
                <a:latin typeface="DejaVu Sans"/>
                <a:ea typeface="DejaVu Sans"/>
                <a:cs typeface="DejaVu Sans"/>
              </a:rPr>
              <a:t> </a:t>
            </a:r>
          </a:p>
        </p:txBody>
      </p:sp>
      <p:sp>
        <p:nvSpPr>
          <p:cNvPr id="51" name="ANUARIO_CONTENIDO_1_0_15">
            <a:extLst xmlns:a="http://schemas.openxmlformats.org/drawingml/2006/main">
              <a:ext uri="{FF2B5EF4-FFF2-40B4-BE49-F238E27FC236}">
                <a16:creationId xmlns:a16="http://schemas.microsoft.com/office/drawing/2014/main" id="{8B5F3C73-E4A7-46F6-916A-8BAA0CBA1CD2}"/>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2025.</a:t>
            </a:r>
          </a:p>
        </p:txBody>
      </p:sp>
      <p:sp>
        <p:nvSpPr>
          <p:cNvPr id="52" name="ANUARIO_CONTENIDO_1_0_16">
            <a:extLst xmlns:a="http://schemas.openxmlformats.org/drawingml/2006/main">
              <a:ext uri="{FF2B5EF4-FFF2-40B4-BE49-F238E27FC236}">
                <a16:creationId xmlns:a16="http://schemas.microsoft.com/office/drawing/2014/main" id="{E1A2A129-A501-41A8-94CE-36B1A610F205}"/>
              </a:ext>
            </a:extLst>
          </p:cNvPr>
          <p:cNvSpPr>
            <a:spLocks xmlns:a="http://schemas.openxmlformats.org/drawingml/2006/main" noGrp="1"/>
          </p:cNvSpPr>
          <p:nvPr/>
        </p:nvSpPr>
        <p:spPr>
          <a:xfrm xmlns:a="http://schemas.openxmlformats.org/drawingml/2006/main">
            <a:off x="4828032" y="27434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cobertura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geográfica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alcanza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7">
            <a:extLst xmlns:a="http://schemas.openxmlformats.org/drawingml/2006/main">
              <a:ext uri="{FF2B5EF4-FFF2-40B4-BE49-F238E27FC236}">
                <a16:creationId xmlns:a16="http://schemas.microsoft.com/office/drawing/2014/main" id="{75189FBF-906D-4EB4-BE3C-1A30D929A110}"/>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97.7%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agregado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p>
        </p:txBody>
      </p:sp>
      <p:sp>
        <p:nvSpPr>
          <p:cNvPr id="54" name="ANUARIO_CONTENIDO_1_0_18">
            <a:extLst xmlns:a="http://schemas.openxmlformats.org/drawingml/2006/main">
              <a:ext uri="{FF2B5EF4-FFF2-40B4-BE49-F238E27FC236}">
                <a16:creationId xmlns:a16="http://schemas.microsoft.com/office/drawing/2014/main" id="{9E1E0B30-AE08-4B4F-8D69-CFD6FC8031FF}"/>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ramas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industrias</a:t>
            </a:r>
            <a:r>
              <a:rPr sz="730" b="0" i="0">
                <a:solidFill>
                  <a:srgbClr val="24383A"/>
                </a:solidFill>
                <a:latin typeface="DejaVu Sans"/>
                <a:ea typeface="DejaVu Sans"/>
                <a:cs typeface="DejaVu Sans"/>
              </a:rPr>
              <a:t> </a:t>
            </a:r>
          </a:p>
        </p:txBody>
      </p:sp>
      <p:sp>
        <p:nvSpPr>
          <p:cNvPr id="55" name="ANUARIO_CONTENIDO_1_0_19">
            <a:extLst xmlns:a="http://schemas.openxmlformats.org/drawingml/2006/main">
              <a:ext uri="{FF2B5EF4-FFF2-40B4-BE49-F238E27FC236}">
                <a16:creationId xmlns:a16="http://schemas.microsoft.com/office/drawing/2014/main" id="{3C08AA2D-4CF4-4F85-A85D-A6364D5F855C}"/>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manufactureras.</a:t>
            </a:r>
            <a:r>
              <a:rPr sz="730" b="0" i="0">
                <a:solidFill>
                  <a:srgbClr val="24383A"/>
                </a:solidFill>
                <a:latin typeface="DejaVu Sans"/>
                <a:ea typeface="DejaVu Sans"/>
                <a:cs typeface="DejaVu Sans"/>
              </a:rPr>
              <a:t> </a:t>
            </a:r>
          </a:p>
        </p:txBody>
      </p:sp>
      <p:sp>
        <p:nvSpPr>
          <p:cNvPr id="56" name="ANUARIO_NOTAS_0">
            <a:extLst xmlns:a="http://schemas.openxmlformats.org/drawingml/2006/main">
              <a:ext uri="{FF2B5EF4-FFF2-40B4-BE49-F238E27FC236}">
                <a16:creationId xmlns:a16="http://schemas.microsoft.com/office/drawing/2014/main" id="{F050ADB1-1BFC-4646-BE24-A7F07771D4AB}"/>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14</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https://www.inegi.org.mx/programas/enoe/15ymas/</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15</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p>
        </p:txBody>
      </p:sp>
      <p:sp>
        <p:nvSpPr>
          <p:cNvPr id="57" name="ANUARIO_NOTAS_1">
            <a:extLst xmlns:a="http://schemas.openxmlformats.org/drawingml/2006/main">
              <a:ext uri="{FF2B5EF4-FFF2-40B4-BE49-F238E27FC236}">
                <a16:creationId xmlns:a16="http://schemas.microsoft.com/office/drawing/2014/main" id="{4257E342-4227-4A73-8A8C-E964CD609C43}"/>
              </a:ext>
            </a:extLst>
          </p:cNvPr>
          <p:cNvSpPr>
            <a:spLocks xmlns:a="http://schemas.openxmlformats.org/drawingml/2006/main" noGrp="1"/>
          </p:cNvSpPr>
          <p:nvPr/>
        </p:nvSpPr>
        <p:spPr>
          <a:xfrm xmlns:a="http://schemas.openxmlformats.org/drawingml/2006/main">
            <a:off x="301752" y="4618533"/>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https://www.inegi.org.mx/contenidos/programas/pib/2018/doc/guia_cab2018.pdf</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p>
        </p:txBody>
      </p:sp>
      <p:pic>
        <p:nvPicPr>
          <p:cNvPr id="59"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60"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61"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62"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3"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III. METODOLOGÍAS</a:t>
            </a:r>
          </a:p>
        </p:txBody>
      </p:sp>
      <p:sp>
        <p:nvSpPr>
          <p:cNvPr id="64"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65"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840071913"/>
      </p:ext>
    </p:extLst>
  </p:cSld>
</p:sld>
</file>

<file path=ppt/slides/slide129.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 name="ANUARIO_PIE">
            <a:extLst xmlns:a="http://schemas.openxmlformats.org/drawingml/2006/main">
              <a:ext uri="{FF2B5EF4-FFF2-40B4-BE49-F238E27FC236}">
                <a16:creationId xmlns:a16="http://schemas.microsoft.com/office/drawing/2014/main" id="{8D367F9A-30C1-46DD-BB53-D1EF987AA17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8" name="ANUARIO_PAGE_NUMBER">
            <a:extLst xmlns:a="http://schemas.openxmlformats.org/drawingml/2006/main">
              <a:ext uri="{FF2B5EF4-FFF2-40B4-BE49-F238E27FC236}">
                <a16:creationId xmlns:a16="http://schemas.microsoft.com/office/drawing/2014/main" id="{8D9D43BA-91BF-4482-8A43-D9A2FA349DDA}"/>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129</a:t>
            </a:r>
          </a:p>
        </p:txBody>
      </p:sp>
      <p:sp>
        <p:nvSpPr>
          <p:cNvPr id="9" name="ANUARIO_EDICION">
            <a:extLst xmlns:a="http://schemas.openxmlformats.org/drawingml/2006/main">
              <a:ext uri="{FF2B5EF4-FFF2-40B4-BE49-F238E27FC236}">
                <a16:creationId xmlns:a16="http://schemas.microsoft.com/office/drawing/2014/main" id="{9435A382-43CE-42A5-94C4-FADA97A0D5CD}"/>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METODOS_INTRO">
            <a:extLst xmlns:a="http://schemas.openxmlformats.org/drawingml/2006/main">
              <a:ext uri="{FF2B5EF4-FFF2-40B4-BE49-F238E27FC236}">
                <a16:creationId xmlns:a16="http://schemas.microsoft.com/office/drawing/2014/main" id="{66799505-B803-47E7-AE35-4E85A774DF25}"/>
              </a:ext>
            </a:extLst>
          </p:cNvPr>
          <p:cNvSpPr>
            <a:spLocks xmlns:a="http://schemas.openxmlformats.org/drawingml/2006/main" noGrp="1"/>
          </p:cNvSpPr>
          <p:nvPr/>
        </p:nvSpPr>
        <p:spPr>
          <a:xfrm xmlns:a="http://schemas.openxmlformats.org/drawingml/2006/main">
            <a:off x="301752" y="594360"/>
            <a:ext cx="854049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a:solidFill>
                  <a:srgbClr val="24383A"/>
                </a:solidFill>
                <a:latin typeface="DejaVu Sans"/>
                <a:ea typeface="DejaVu Sans"/>
                <a:cs typeface="DejaVu Sans"/>
              </a:rPr>
              <a:t>Para obtener los indicadores mostrados en el documento se utilizaron los siguientes métodos de cálculo:</a:t>
            </a:r>
          </a:p>
        </p:txBody>
      </p:sp>
      <p:sp>
        <p:nvSpPr>
          <p:cNvPr id="11" name="ANUARIO_ANEXO_P130_DESIGN_2026">
            <a:extLst xmlns:a="http://schemas.openxmlformats.org/drawingml/2006/main">
              <a:ext uri="{FF2B5EF4-FFF2-40B4-BE49-F238E27FC236}">
                <a16:creationId xmlns:a16="http://schemas.microsoft.com/office/drawing/2014/main" id="{0785A41D-B74C-4A74-94BD-193EAF8C8A29}"/>
              </a:ext>
            </a:extLst>
          </p:cNvPr>
          <p:cNvSpPr>
            <a:spLocks xmlns:a="http://schemas.openxmlformats.org/drawingml/2006/main" noGrp="1"/>
          </p:cNvSpPr>
          <p:nvPr/>
        </p:nvSpPr>
        <p:spPr>
          <a:xfrm xmlns:a="http://schemas.openxmlformats.org/drawingml/2006/main">
            <a:off x="301752"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2" name="ANUARIO_ACENTO">
            <a:extLst xmlns:a="http://schemas.openxmlformats.org/drawingml/2006/main">
              <a:ext uri="{FF2B5EF4-FFF2-40B4-BE49-F238E27FC236}">
                <a16:creationId xmlns:a16="http://schemas.microsoft.com/office/drawing/2014/main" id="{CB458468-29D3-4E6C-8EF4-67FC3CF48101}"/>
              </a:ext>
            </a:extLst>
          </p:cNvPr>
          <p:cNvSpPr>
            <a:spLocks xmlns:a="http://schemas.openxmlformats.org/drawingml/2006/main" noGrp="1"/>
          </p:cNvSpPr>
          <p:nvPr/>
        </p:nvSpPr>
        <p:spPr>
          <a:xfrm xmlns:a="http://schemas.openxmlformats.org/drawingml/2006/main">
            <a:off x="301752"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3" name="ANUARIO_SECCION">
            <a:extLst xmlns:a="http://schemas.openxmlformats.org/drawingml/2006/main">
              <a:ext uri="{FF2B5EF4-FFF2-40B4-BE49-F238E27FC236}">
                <a16:creationId xmlns:a16="http://schemas.microsoft.com/office/drawing/2014/main" id="{F57B89C4-EC53-4B25-969F-FAE093CE173D}"/>
              </a:ext>
            </a:extLst>
          </p:cNvPr>
          <p:cNvSpPr>
            <a:spLocks xmlns:a="http://schemas.openxmlformats.org/drawingml/2006/main" noGrp="1"/>
          </p:cNvSpPr>
          <p:nvPr/>
        </p:nvSpPr>
        <p:spPr>
          <a:xfrm xmlns:a="http://schemas.openxmlformats.org/drawingml/2006/main">
            <a:off x="466344"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Concentración y penetración</a:t>
            </a:r>
          </a:p>
        </p:txBody>
      </p:sp>
      <p:graphicFrame>
        <p:nvGraphicFramePr>
          <p:cNvPr id="33" name=""/>
          <p:cNvGraphicFramePr/>
          <p:nvPr/>
        </p:nvGraphicFramePr>
        <p:xfrm>
          <a:off xmlns:a="http://schemas.openxmlformats.org/drawingml/2006/main" x="466344"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480060">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Índice de Herfindahl-Hirschman (IHH)</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(participación de mercado de cada grupo económico × 100)²</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residenciales por cada 100 hogares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residenciales ÷ hogares de ENDUTIH del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no residenciales por cada 100 UE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no residenciales ÷ unidades económicas de DENUE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móviles de telefonía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telefonía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de Internet móvil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Internet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15" name="ANUARIO_ANEXO_P130_DESIGN_2026">
            <a:extLst xmlns:a="http://schemas.openxmlformats.org/drawingml/2006/main">
              <a:ext uri="{FF2B5EF4-FFF2-40B4-BE49-F238E27FC236}">
                <a16:creationId xmlns:a16="http://schemas.microsoft.com/office/drawing/2014/main" id="{B2F0BCB9-AFD5-442A-A71B-B2436FD338AD}"/>
              </a:ext>
            </a:extLst>
          </p:cNvPr>
          <p:cNvSpPr>
            <a:spLocks xmlns:a="http://schemas.openxmlformats.org/drawingml/2006/main" noGrp="1"/>
          </p:cNvSpPr>
          <p:nvPr/>
        </p:nvSpPr>
        <p:spPr>
          <a:xfrm xmlns:a="http://schemas.openxmlformats.org/drawingml/2006/main">
            <a:off x="4663440"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6" name="ANUARIO_ACENTO">
            <a:extLst xmlns:a="http://schemas.openxmlformats.org/drawingml/2006/main">
              <a:ext uri="{FF2B5EF4-FFF2-40B4-BE49-F238E27FC236}">
                <a16:creationId xmlns:a16="http://schemas.microsoft.com/office/drawing/2014/main" id="{AE73D338-AF54-4E3A-8BCA-9FBF0DCD65E0}"/>
              </a:ext>
            </a:extLst>
          </p:cNvPr>
          <p:cNvSpPr>
            <a:spLocks xmlns:a="http://schemas.openxmlformats.org/drawingml/2006/main" noGrp="1"/>
          </p:cNvSpPr>
          <p:nvPr/>
        </p:nvSpPr>
        <p:spPr>
          <a:xfrm xmlns:a="http://schemas.openxmlformats.org/drawingml/2006/main">
            <a:off x="4663440"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7" name="ANUARIO_SECCION">
            <a:extLst xmlns:a="http://schemas.openxmlformats.org/drawingml/2006/main">
              <a:ext uri="{FF2B5EF4-FFF2-40B4-BE49-F238E27FC236}">
                <a16:creationId xmlns:a16="http://schemas.microsoft.com/office/drawing/2014/main" id="{18260187-E5FE-45F2-8C87-D458AFEE2C70}"/>
              </a:ext>
            </a:extLst>
          </p:cNvPr>
          <p:cNvSpPr>
            <a:spLocks xmlns:a="http://schemas.openxmlformats.org/drawingml/2006/main" noGrp="1"/>
          </p:cNvSpPr>
          <p:nvPr/>
        </p:nvSpPr>
        <p:spPr>
          <a:xfrm xmlns:a="http://schemas.openxmlformats.org/drawingml/2006/main">
            <a:off x="4828032"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Uso de servicios y utilidad</a:t>
            </a:r>
          </a:p>
        </p:txBody>
      </p:sp>
      <p:graphicFrame>
        <p:nvGraphicFramePr>
          <p:cNvPr id="37" name=""/>
          <p:cNvGraphicFramePr/>
          <p:nvPr/>
        </p:nvGraphicFramePr>
        <p:xfrm>
          <a:off xmlns:a="http://schemas.openxmlformats.org/drawingml/2006/main" x="4828032"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576072">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Minutos de uso promedio mensual (MOU)</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(minutos mensuales ÷ líneas del servicio de telefonía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Tráfico mensual promedio de Internet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(GB mensuales ÷ líneas de Internet móvil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Mensajes de texto promedio (SMS)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(SMS enviados por mes ÷ líneas móviles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Margen de utilidad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Ingresos brutos − egresos operativos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9" name="ANUARIO_METODOS_NOTA">
            <a:extLst xmlns:a="http://schemas.openxmlformats.org/drawingml/2006/main">
              <a:ext uri="{FF2B5EF4-FFF2-40B4-BE49-F238E27FC236}">
                <a16:creationId xmlns:a16="http://schemas.microsoft.com/office/drawing/2014/main" id="{9068D59E-96F3-42AF-9A8C-F484245A97B5}"/>
              </a:ext>
            </a:extLst>
          </p:cNvPr>
          <p:cNvSpPr>
            <a:spLocks xmlns:a="http://schemas.openxmlformats.org/drawingml/2006/main" noGrp="1"/>
          </p:cNvSpPr>
          <p:nvPr/>
        </p:nvSpPr>
        <p:spPr>
          <a:xfrm xmlns:a="http://schemas.openxmlformats.org/drawingml/2006/main">
            <a:off x="301752" y="4553712"/>
            <a:ext cx="8540496"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 b="0">
                <a:solidFill>
                  <a:srgbClr val="24383A"/>
                </a:solidFill>
                <a:latin typeface="DejaVu Sans"/>
                <a:ea typeface="DejaVu Sans"/>
                <a:cs typeface="DejaVu Sans"/>
              </a:defRPr>
            </a:pPr>
            <a:r>
              <a:rPr sz="570" b="0">
                <a:solidFill>
                  <a:srgbClr val="24383A"/>
                </a:solidFill>
                <a:latin typeface="DejaVu Sans"/>
                <a:ea typeface="DejaVu Sans"/>
                <a:cs typeface="DejaVu Sans"/>
              </a:rPr>
              <a:t>Nota: hogares y población corresponden a la ENDUTIH del corte de cada figura; las UE provienen del DENUE. Las figuras identifican fuente y periodo.</a:t>
            </a:r>
          </a:p>
        </p:txBody>
      </p:sp>
      <p:pic>
        <p:nvPicPr>
          <p:cNvPr id="38" name="ANUARIO_BARRA_FONDO"/>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sp>
        <p:nvSpPr>
          <p:cNvPr id="39" name="ANUARIO_BARRA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40" name="ANUARIO_BARRA_QR"/>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41" name="ANUARIO_BARRA_CRT"/>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42" name="ANUARIO_BARRA_TITULO">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505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263632"/>
                </a:solidFill>
                <a:latin typeface="Noto Sans"/>
                <a:ea typeface="Noto Sans"/>
                <a:cs typeface="Noto Sans"/>
              </a:defRPr>
            </a:pPr>
            <a:r>
              <a:rPr sz="1500" b="1" i="0">
                <a:solidFill>
                  <a:srgbClr val="FFFFFF"/>
                </a:solidFill>
                <a:latin typeface="Noto Sans"/>
                <a:ea typeface="Noto Sans"/>
                <a:cs typeface="Noto Sans"/>
              </a:rPr>
              <a:t>ANEXO IV. MÉTODOS DE CÁLCULO</a:t>
            </a:r>
          </a:p>
        </p:txBody>
      </p:sp>
      <p:sp>
        <p:nvSpPr>
          <p:cNvPr id="43" name="ANUARIO_BARRA_CONSULTA">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4" name="ANUARIO_BARRA_URL">
            <a:hlinkClick xmlns:r="http://schemas.openxmlformats.org/officeDocument/2006/relationships" xmlns:a="http://schemas.openxmlformats.org/drawingml/2006/main" r:id="rId5"/>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u="sng">
                <a:solidFill>
                  <a:srgbClr val="FFFFFF"/>
                </a:solidFill>
                <a:latin typeface="Noto Sans"/>
                <a:ea typeface="Noto Sans"/>
                <a:cs typeface="Noto Sans"/>
              </a:rPr>
              <a:t>BIT CRT · bit.crt.gob.mx/BitWebApp</a:t>
            </a:r>
          </a:p>
        </p:txBody>
      </p:sp>
    </p:spTree>
    <p:extLst>
      <p:ext uri="{BB962C8B-B14F-4D97-AF65-F5344CB8AC3E}">
        <p14:creationId xmlns:p14="http://schemas.microsoft.com/office/powerpoint/2010/main" val="1380278910"/>
      </p:ext>
    </p:extLst>
  </p:cSld>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
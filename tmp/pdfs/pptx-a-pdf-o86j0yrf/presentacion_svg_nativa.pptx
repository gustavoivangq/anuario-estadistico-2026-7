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Lst>
  <p:notesMasterIdLst>
    <p:notesMasterId r:id="rId13"/>
  </p:notesMasterIdLst>
  <p:sldIdLst>
    <p:sldId id="259" r:id="rId5"/>
    <p:sldId id="260" r:id="rId6"/>
    <p:sldId id="269" r:id="rId34"/>
    <p:sldId id="270" r:id="rId35"/>
    <p:sldId id="271" r:id="rId36"/>
    <p:sldId id="272" r:id="rId37"/>
    <p:sldId id="273" r:id="rId38"/>
    <p:sldId id="274" r:id="rId39"/>
    <p:sldId id="275" r:id="rId40"/>
    <p:sldId id="276" r:id="rId41"/>
    <p:sldId id="277" r:id="rId42"/>
    <p:sldId id="278" r:id="rId43"/>
    <p:sldId id="279" r:id="rId44"/>
    <p:sldId id="280" r:id="rId45"/>
    <p:sldId id="281" r:id="rId46"/>
    <p:sldId id="282" r:id="rId47"/>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8" r:id="rId73"/>
    <p:sldId id="309" r:id="rId74"/>
    <p:sldId id="310" r:id="rId75"/>
    <p:sldId id="311" r:id="rId76"/>
    <p:sldId id="312" r:id="rId77"/>
    <p:sldId id="313" r:id="rId78"/>
    <p:sldId id="314" r:id="rId79"/>
    <p:sldId id="315" r:id="rId80"/>
    <p:sldId id="316" r:id="rId81"/>
    <p:sldId id="317" r:id="rId82"/>
    <p:sldId id="318" r:id="rId83"/>
    <p:sldId id="319" r:id="rId84"/>
    <p:sldId id="320" r:id="rId85"/>
    <p:sldId id="321" r:id="rId86"/>
    <p:sldId id="322" r:id="rId87"/>
    <p:sldId id="323" r:id="rId88"/>
    <p:sldId id="324" r:id="rId89"/>
    <p:sldId id="325" r:id="rId90"/>
    <p:sldId id="326" r:id="rId91"/>
    <p:sldId id="327" r:id="rId92"/>
    <p:sldId id="328" r:id="rId93"/>
    <p:sldId id="329" r:id="rId94"/>
    <p:sldId id="330" r:id="rId95"/>
    <p:sldId id="331" r:id="rId96"/>
    <p:sldId id="332" r:id="rId97"/>
    <p:sldId id="333" r:id="rId98"/>
    <p:sldId id="334" r:id="rId99"/>
    <p:sldId id="335" r:id="rId100"/>
    <p:sldId id="336" r:id="rId101"/>
    <p:sldId id="337" r:id="rId102"/>
    <p:sldId id="338" r:id="rId103"/>
    <p:sldId id="339" r:id="rId104"/>
    <p:sldId id="340" r:id="rId105"/>
    <p:sldId id="341" r:id="rId106"/>
    <p:sldId id="342" r:id="rId107"/>
    <p:sldId id="343" r:id="rId108"/>
    <p:sldId id="344" r:id="rId109"/>
    <p:sldId id="345" r:id="rId110"/>
    <p:sldId id="346" r:id="rId111"/>
    <p:sldId id="347" r:id="rId11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7" r:id="rId132"/>
    <p:sldId id="368" r:id="rId133"/>
    <p:sldId id="369" r:id="rId134"/>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84" r:id="rId149"/>
    <p:sldId id="385" r:id="rId150"/>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5.xml"/><Relationship Id="rId37" Type="http://schemas.openxmlformats.org/officeDocument/2006/relationships/slide" Target="slides/slide6.xml"/><Relationship Id="rId38" Type="http://schemas.openxmlformats.org/officeDocument/2006/relationships/slide" Target="slides/slide7.xml"/><Relationship Id="rId39" Type="http://schemas.openxmlformats.org/officeDocument/2006/relationships/slide" Target="slides/slide8.xml"/><Relationship Id="rId40" Type="http://schemas.openxmlformats.org/officeDocument/2006/relationships/slide" Target="slides/slide9.xml"/><Relationship Id="rId41" Type="http://schemas.openxmlformats.org/officeDocument/2006/relationships/slide" Target="slides/slide10.xml"/><Relationship Id="rId42" Type="http://schemas.openxmlformats.org/officeDocument/2006/relationships/slide" Target="slides/slide11.xml"/><Relationship Id="rId43" Type="http://schemas.openxmlformats.org/officeDocument/2006/relationships/slide" Target="slides/slide12.xml"/><Relationship Id="rId44" Type="http://schemas.openxmlformats.org/officeDocument/2006/relationships/slide" Target="slides/slide13.xml"/><Relationship Id="rId45" Type="http://schemas.openxmlformats.org/officeDocument/2006/relationships/slide" Target="slides/slide14.xml"/><Relationship Id="rId46" Type="http://schemas.openxmlformats.org/officeDocument/2006/relationships/slide" Target="slides/slide15.xml"/><Relationship Id="rId47" Type="http://schemas.openxmlformats.org/officeDocument/2006/relationships/slide" Target="slides/slide16.xml"/><Relationship Id="rId48" Type="http://schemas.openxmlformats.org/officeDocument/2006/relationships/slide" Target="slides/slide17.xml"/><Relationship Id="rId49" Type="http://schemas.openxmlformats.org/officeDocument/2006/relationships/slide" Target="slides/slide18.xml"/><Relationship Id="rId50" Type="http://schemas.openxmlformats.org/officeDocument/2006/relationships/slide" Target="slides/slide19.xml"/><Relationship Id="rId51" Type="http://schemas.openxmlformats.org/officeDocument/2006/relationships/slide" Target="slides/slide20.xml"/><Relationship Id="rId52" Type="http://schemas.openxmlformats.org/officeDocument/2006/relationships/slide" Target="slides/slide21.xml"/><Relationship Id="rId53" Type="http://schemas.openxmlformats.org/officeDocument/2006/relationships/slide" Target="slides/slide22.xml"/><Relationship Id="rId54" Type="http://schemas.openxmlformats.org/officeDocument/2006/relationships/slide" Target="slides/slide23.xml"/><Relationship Id="rId55" Type="http://schemas.openxmlformats.org/officeDocument/2006/relationships/slide" Target="slides/slide24.xml"/><Relationship Id="rId56" Type="http://schemas.openxmlformats.org/officeDocument/2006/relationships/slide" Target="slides/slide25.xml"/><Relationship Id="rId57" Type="http://schemas.openxmlformats.org/officeDocument/2006/relationships/slide" Target="slides/slide26.xml"/><Relationship Id="rId58" Type="http://schemas.openxmlformats.org/officeDocument/2006/relationships/slide" Target="slides/slide27.xml"/><Relationship Id="rId59" Type="http://schemas.openxmlformats.org/officeDocument/2006/relationships/slide" Target="slides/slide28.xml"/><Relationship Id="rId60" Type="http://schemas.openxmlformats.org/officeDocument/2006/relationships/slide" Target="slides/slide29.xml"/><Relationship Id="rId61" Type="http://schemas.openxmlformats.org/officeDocument/2006/relationships/slide" Target="slides/slide30.xml"/><Relationship Id="rId62" Type="http://schemas.openxmlformats.org/officeDocument/2006/relationships/slide" Target="slides/slide31.xml"/><Relationship Id="rId63" Type="http://schemas.openxmlformats.org/officeDocument/2006/relationships/slide" Target="slides/slide32.xml"/><Relationship Id="rId64" Type="http://schemas.openxmlformats.org/officeDocument/2006/relationships/slide" Target="slides/slide33.xml"/><Relationship Id="rId65" Type="http://schemas.openxmlformats.org/officeDocument/2006/relationships/slide" Target="slides/slide34.xml"/><Relationship Id="rId66" Type="http://schemas.openxmlformats.org/officeDocument/2006/relationships/slide" Target="slides/slide35.xml"/><Relationship Id="rId67" Type="http://schemas.openxmlformats.org/officeDocument/2006/relationships/slide" Target="slides/slide36.xml"/><Relationship Id="rId68" Type="http://schemas.openxmlformats.org/officeDocument/2006/relationships/slide" Target="slides/slide37.xml"/><Relationship Id="rId69" Type="http://schemas.openxmlformats.org/officeDocument/2006/relationships/slide" Target="slides/slide38.xml"/><Relationship Id="rId70" Type="http://schemas.openxmlformats.org/officeDocument/2006/relationships/slide" Target="slides/slide39.xml"/><Relationship Id="rId71" Type="http://schemas.openxmlformats.org/officeDocument/2006/relationships/slide" Target="slides/slide40.xml"/><Relationship Id="rId72" Type="http://schemas.openxmlformats.org/officeDocument/2006/relationships/slide" Target="slides/slide41.xml"/><Relationship Id="rId73" Type="http://schemas.openxmlformats.org/officeDocument/2006/relationships/slide" Target="slides/slide42.xml"/><Relationship Id="rId74" Type="http://schemas.openxmlformats.org/officeDocument/2006/relationships/slide" Target="slides/slide43.xml"/><Relationship Id="rId75" Type="http://schemas.openxmlformats.org/officeDocument/2006/relationships/slide" Target="slides/slide44.xml"/><Relationship Id="rId76" Type="http://schemas.openxmlformats.org/officeDocument/2006/relationships/slide" Target="slides/slide45.xml"/><Relationship Id="rId77" Type="http://schemas.openxmlformats.org/officeDocument/2006/relationships/slide" Target="slides/slide46.xml"/><Relationship Id="rId78" Type="http://schemas.openxmlformats.org/officeDocument/2006/relationships/slide" Target="slides/slide47.xml"/><Relationship Id="rId79" Type="http://schemas.openxmlformats.org/officeDocument/2006/relationships/slide" Target="slides/slide48.xml"/><Relationship Id="rId80" Type="http://schemas.openxmlformats.org/officeDocument/2006/relationships/slide" Target="slides/slide49.xml"/><Relationship Id="rId81" Type="http://schemas.openxmlformats.org/officeDocument/2006/relationships/slide" Target="slides/slide50.xml"/><Relationship Id="rId82" Type="http://schemas.openxmlformats.org/officeDocument/2006/relationships/slide" Target="slides/slide51.xml"/><Relationship Id="rId83" Type="http://schemas.openxmlformats.org/officeDocument/2006/relationships/slide" Target="slides/slide52.xml"/><Relationship Id="rId84" Type="http://schemas.openxmlformats.org/officeDocument/2006/relationships/slide" Target="slides/slide53.xml"/><Relationship Id="rId85" Type="http://schemas.openxmlformats.org/officeDocument/2006/relationships/slide" Target="slides/slide54.xml"/><Relationship Id="rId86" Type="http://schemas.openxmlformats.org/officeDocument/2006/relationships/slide" Target="slides/slide55.xml"/><Relationship Id="rId87" Type="http://schemas.openxmlformats.org/officeDocument/2006/relationships/slide" Target="slides/slide56.xml"/><Relationship Id="rId88" Type="http://schemas.openxmlformats.org/officeDocument/2006/relationships/slide" Target="slides/slide57.xml"/><Relationship Id="rId89" Type="http://schemas.openxmlformats.org/officeDocument/2006/relationships/slide" Target="slides/slide58.xml"/><Relationship Id="rId90" Type="http://schemas.openxmlformats.org/officeDocument/2006/relationships/slide" Target="slides/slide59.xml"/><Relationship Id="rId91" Type="http://schemas.openxmlformats.org/officeDocument/2006/relationships/slide" Target="slides/slide60.xml"/><Relationship Id="rId92" Type="http://schemas.openxmlformats.org/officeDocument/2006/relationships/slide" Target="slides/slide61.xml"/><Relationship Id="rId93" Type="http://schemas.openxmlformats.org/officeDocument/2006/relationships/slide" Target="slides/slide62.xml"/><Relationship Id="rId94" Type="http://schemas.openxmlformats.org/officeDocument/2006/relationships/slide" Target="slides/slide63.xml"/><Relationship Id="rId95" Type="http://schemas.openxmlformats.org/officeDocument/2006/relationships/slide" Target="slides/slide64.xml"/><Relationship Id="rId96" Type="http://schemas.openxmlformats.org/officeDocument/2006/relationships/slide" Target="slides/slide65.xml"/><Relationship Id="rId97" Type="http://schemas.openxmlformats.org/officeDocument/2006/relationships/slide" Target="slides/slide66.xml"/><Relationship Id="rId98" Type="http://schemas.openxmlformats.org/officeDocument/2006/relationships/slide" Target="slides/slide67.xml"/><Relationship Id="rId99" Type="http://schemas.openxmlformats.org/officeDocument/2006/relationships/slide" Target="slides/slide68.xml"/><Relationship Id="rId100" Type="http://schemas.openxmlformats.org/officeDocument/2006/relationships/slide" Target="slides/slide69.xml"/><Relationship Id="rId101" Type="http://schemas.openxmlformats.org/officeDocument/2006/relationships/slide" Target="slides/slide70.xml"/><Relationship Id="rId102" Type="http://schemas.openxmlformats.org/officeDocument/2006/relationships/slide" Target="slides/slide71.xml"/><Relationship Id="rId103" Type="http://schemas.openxmlformats.org/officeDocument/2006/relationships/slide" Target="slides/slide72.xml"/><Relationship Id="rId104" Type="http://schemas.openxmlformats.org/officeDocument/2006/relationships/slide" Target="slides/slide73.xml"/><Relationship Id="rId105" Type="http://schemas.openxmlformats.org/officeDocument/2006/relationships/slide" Target="slides/slide74.xml"/><Relationship Id="rId106" Type="http://schemas.openxmlformats.org/officeDocument/2006/relationships/slide" Target="slides/slide75.xml"/><Relationship Id="rId107" Type="http://schemas.openxmlformats.org/officeDocument/2006/relationships/slide" Target="slides/slide76.xml"/><Relationship Id="rId108" Type="http://schemas.openxmlformats.org/officeDocument/2006/relationships/slide" Target="slides/slide77.xml"/><Relationship Id="rId109" Type="http://schemas.openxmlformats.org/officeDocument/2006/relationships/slide" Target="slides/slide78.xml"/><Relationship Id="rId110" Type="http://schemas.openxmlformats.org/officeDocument/2006/relationships/slide" Target="slides/slide79.xml"/><Relationship Id="rId111" Type="http://schemas.openxmlformats.org/officeDocument/2006/relationships/slide" Target="slides/slide80.xml"/><Relationship Id="rId112" Type="http://schemas.openxmlformats.org/officeDocument/2006/relationships/slide" Target="slides/slide81.xml"/><Relationship Id="rId113" Type="http://schemas.openxmlformats.org/officeDocument/2006/relationships/slide" Target="slides/slide82.xml"/><Relationship Id="rId114" Type="http://schemas.openxmlformats.org/officeDocument/2006/relationships/slide" Target="slides/slide83.xml"/><Relationship Id="rId115" Type="http://schemas.openxmlformats.org/officeDocument/2006/relationships/slide" Target="slides/slide84.xml"/><Relationship Id="rId116" Type="http://schemas.openxmlformats.org/officeDocument/2006/relationships/slide" Target="slides/slide85.xml"/><Relationship Id="rId117" Type="http://schemas.openxmlformats.org/officeDocument/2006/relationships/slide" Target="slides/slide86.xml"/><Relationship Id="rId118" Type="http://schemas.openxmlformats.org/officeDocument/2006/relationships/slide" Target="slides/slide87.xml"/><Relationship Id="rId119" Type="http://schemas.openxmlformats.org/officeDocument/2006/relationships/slide" Target="slides/slide88.xml"/><Relationship Id="rId120" Type="http://schemas.openxmlformats.org/officeDocument/2006/relationships/slide" Target="slides/slide89.xml"/><Relationship Id="rId121" Type="http://schemas.openxmlformats.org/officeDocument/2006/relationships/slide" Target="slides/slide90.xml"/><Relationship Id="rId122" Type="http://schemas.openxmlformats.org/officeDocument/2006/relationships/slide" Target="slides/slide91.xml"/><Relationship Id="rId123" Type="http://schemas.openxmlformats.org/officeDocument/2006/relationships/slide" Target="slides/slide92.xml"/><Relationship Id="rId124" Type="http://schemas.openxmlformats.org/officeDocument/2006/relationships/slide" Target="slides/slide93.xml"/><Relationship Id="rId125" Type="http://schemas.openxmlformats.org/officeDocument/2006/relationships/slide" Target="slides/slide94.xml"/><Relationship Id="rId126" Type="http://schemas.openxmlformats.org/officeDocument/2006/relationships/slide" Target="slides/slide95.xml"/><Relationship Id="rId127" Type="http://schemas.openxmlformats.org/officeDocument/2006/relationships/slide" Target="slides/slide96.xml"/><Relationship Id="rId128" Type="http://schemas.openxmlformats.org/officeDocument/2006/relationships/slide" Target="slides/slide97.xml"/><Relationship Id="rId129" Type="http://schemas.openxmlformats.org/officeDocument/2006/relationships/slide" Target="slides/slide98.xml"/><Relationship Id="rId130" Type="http://schemas.openxmlformats.org/officeDocument/2006/relationships/slide" Target="slides/slide99.xml"/><Relationship Id="rId131" Type="http://schemas.openxmlformats.org/officeDocument/2006/relationships/slide" Target="slides/slide100.xml"/><Relationship Id="rId132" Type="http://schemas.openxmlformats.org/officeDocument/2006/relationships/slide" Target="slides/slide101.xml"/><Relationship Id="rId133" Type="http://schemas.openxmlformats.org/officeDocument/2006/relationships/slide" Target="slides/slide102.xml"/><Relationship Id="rId134" Type="http://schemas.openxmlformats.org/officeDocument/2006/relationships/slide" Target="slides/slide103.xml"/><Relationship Id="rId135" Type="http://schemas.openxmlformats.org/officeDocument/2006/relationships/slide" Target="slides/slide104.xml"/><Relationship Id="rId136" Type="http://schemas.openxmlformats.org/officeDocument/2006/relationships/slide" Target="slides/slide105.xml"/><Relationship Id="rId137" Type="http://schemas.openxmlformats.org/officeDocument/2006/relationships/slide" Target="slides/slide106.xml"/><Relationship Id="rId138" Type="http://schemas.openxmlformats.org/officeDocument/2006/relationships/slide" Target="slides/slide107.xml"/><Relationship Id="rId139" Type="http://schemas.openxmlformats.org/officeDocument/2006/relationships/slide" Target="slides/slide108.xml"/><Relationship Id="rId140" Type="http://schemas.openxmlformats.org/officeDocument/2006/relationships/slide" Target="slides/slide109.xml"/><Relationship Id="rId141" Type="http://schemas.openxmlformats.org/officeDocument/2006/relationships/slide" Target="slides/slide110.xml"/><Relationship Id="rId142" Type="http://schemas.openxmlformats.org/officeDocument/2006/relationships/slide" Target="slides/slide111.xml"/><Relationship Id="rId143" Type="http://schemas.openxmlformats.org/officeDocument/2006/relationships/slide" Target="slides/slide112.xml"/><Relationship Id="rId144" Type="http://schemas.openxmlformats.org/officeDocument/2006/relationships/slide" Target="slides/slide113.xml"/><Relationship Id="rId145" Type="http://schemas.openxmlformats.org/officeDocument/2006/relationships/slide" Target="slides/slide114.xml"/><Relationship Id="rId146" Type="http://schemas.openxmlformats.org/officeDocument/2006/relationships/slide" Target="slides/slide115.xml"/><Relationship Id="rId147" Type="http://schemas.openxmlformats.org/officeDocument/2006/relationships/slide" Target="slides/slide116.xml"/><Relationship Id="rId148" Type="http://schemas.openxmlformats.org/officeDocument/2006/relationships/slide" Target="slides/slide117.xml"/><Relationship Id="rId149" Type="http://schemas.openxmlformats.org/officeDocument/2006/relationships/slide" Target="slides/slide118.xml"/><Relationship Id="rId150" Type="http://schemas.openxmlformats.org/officeDocument/2006/relationships/slide" Target="slides/slide1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4"/>
          <p:cNvSpPr txBox="1"/>
          <p:nvPr/>
        </p:nvSpPr>
        <p:spPr>
          <a:xfrm>
            <a:off x="18453676" y="4576236"/>
            <a:ext cx="548700" cy="393600"/>
          </a:xfrm>
          <a:prstGeom prst="rect">
            <a:avLst/>
          </a:prstGeom>
          <a:noFill/>
          <a:ln>
            <a:noFill/>
          </a:ln>
        </p:spPr>
        <p:txBody>
          <a:bodyPr spcFirstLastPara="1" wrap="square" lIns="92000" tIns="92000" rIns="92000" bIns="92000"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s-419" sz="1000" b="0" i="0" u="none" strike="noStrike" cap="none">
                <a:solidFill>
                  <a:srgbClr val="595959"/>
                </a:solidFill>
                <a:latin typeface="Poppins"/>
                <a:ea typeface="Poppins"/>
                <a:cs typeface="Poppins"/>
                <a:sym typeface="Poppins"/>
              </a:rPr>
              <a:t>‹Nº›</a:t>
            </a:fld>
            <a:endParaRPr sz="1000" b="0" i="0" u="none" strike="noStrike" cap="none">
              <a:solidFill>
                <a:srgbClr val="595959"/>
              </a:solidFill>
              <a:latin typeface="Poppins"/>
              <a:ea typeface="Poppins"/>
              <a:cs typeface="Poppins"/>
              <a:sym typeface="Poppins"/>
            </a:endParaRPr>
          </a:p>
        </p:txBody>
      </p:sp>
      <p:sp>
        <p:nvSpPr>
          <p:cNvPr id="22" name="Google Shape;22;p4"/>
          <p:cNvSpPr txBox="1"/>
          <p:nvPr/>
        </p:nvSpPr>
        <p:spPr>
          <a:xfrm>
            <a:off x="18453676" y="4576236"/>
            <a:ext cx="548700" cy="393600"/>
          </a:xfrm>
          <a:prstGeom prst="rect">
            <a:avLst/>
          </a:prstGeom>
          <a:noFill/>
          <a:ln>
            <a:noFill/>
          </a:ln>
        </p:spPr>
        <p:txBody>
          <a:bodyPr spcFirstLastPara="1" wrap="square" lIns="92000" tIns="92000" rIns="92000" bIns="92000"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s-419" sz="1000" b="0" i="0" u="none" strike="noStrike" cap="none">
                <a:solidFill>
                  <a:srgbClr val="595959"/>
                </a:solidFill>
                <a:latin typeface="Poppins"/>
                <a:ea typeface="Poppins"/>
                <a:cs typeface="Poppins"/>
                <a:sym typeface="Poppins"/>
              </a:rPr>
              <a:t>‹Nº›</a:t>
            </a:fld>
            <a:endParaRPr sz="1000" b="0" i="0" u="none" strike="noStrike" cap="none">
              <a:solidFill>
                <a:srgbClr val="595959"/>
              </a:solidFill>
              <a:latin typeface="Poppins"/>
              <a:ea typeface="Poppins"/>
              <a:cs typeface="Poppins"/>
              <a:sym typeface="Poppins"/>
            </a:endParaRPr>
          </a:p>
        </p:txBody>
      </p:sp>
      <p:sp>
        <p:nvSpPr>
          <p:cNvPr id="23" name="Google Shape;23;p4"/>
          <p:cNvSpPr txBox="1"/>
          <p:nvPr/>
        </p:nvSpPr>
        <p:spPr>
          <a:xfrm>
            <a:off x="8488719" y="4834088"/>
            <a:ext cx="588300" cy="135600"/>
          </a:xfrm>
          <a:prstGeom prst="rect">
            <a:avLst/>
          </a:prstGeom>
          <a:noFill/>
          <a:ln>
            <a:noFill/>
          </a:ln>
        </p:spPr>
        <p:txBody>
          <a:bodyPr spcFirstLastPara="1" wrap="square" lIns="386350" tIns="0" rIns="0" bIns="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s-419" sz="900" b="0" i="0" u="none" strike="noStrike" cap="none">
                <a:solidFill>
                  <a:schemeClr val="lt1"/>
                </a:solidFill>
                <a:latin typeface="Noto Sans ExtraBold"/>
                <a:ea typeface="Noto Sans ExtraBold"/>
                <a:cs typeface="Noto Sans ExtraBold"/>
                <a:sym typeface="Noto Sans ExtraBold"/>
              </a:rPr>
              <a:t> </a:t>
            </a:r>
            <a:fld id="{00000000-1234-1234-1234-123412341234}" type="slidenum">
              <a:rPr lang="es-419" sz="900" b="0" i="0" u="none" strike="noStrike" cap="none">
                <a:solidFill>
                  <a:schemeClr val="lt1"/>
                </a:solidFill>
                <a:latin typeface="Noto Sans ExtraBold"/>
                <a:ea typeface="Noto Sans ExtraBold"/>
                <a:cs typeface="Noto Sans ExtraBold"/>
                <a:sym typeface="Noto Sans ExtraBold"/>
              </a:rPr>
              <a:t>‹Nº›</a:t>
            </a:fld>
            <a:endParaRPr sz="900" b="0" i="0" u="none" strike="noStrike" cap="none">
              <a:solidFill>
                <a:schemeClr val="lt1"/>
              </a:solidFill>
              <a:latin typeface="Noto Sans ExtraBold"/>
              <a:ea typeface="Noto Sans ExtraBold"/>
              <a:cs typeface="Noto Sans ExtraBold"/>
              <a:sym typeface="Noto Sans ExtraBold"/>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pic>
        <p:nvPicPr>
          <p:cNvPr id="44" name="Google Shape;44;p7" title="Logo horizontal ATDT CRT.png"/>
          <p:cNvPicPr preferRelativeResize="0"/>
          <p:nvPr/>
        </p:nvPicPr>
        <p:blipFill rotWithShape="1">
          <a:blip r:embed="rId3">
            <a:alphaModFix/>
          </a:blip>
          <a:srcRect t="515" b="505"/>
          <a:stretch/>
        </p:blipFill>
        <p:spPr>
          <a:xfrm>
            <a:off x="6411224" y="179426"/>
            <a:ext cx="2539175" cy="246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48" name="Google Shape;48;p8"/>
          <p:cNvSpPr txBox="1"/>
          <p:nvPr/>
        </p:nvSpPr>
        <p:spPr>
          <a:xfrm>
            <a:off x="18453676" y="4576236"/>
            <a:ext cx="548700" cy="393600"/>
          </a:xfrm>
          <a:prstGeom prst="rect">
            <a:avLst/>
          </a:prstGeom>
          <a:noFill/>
          <a:ln>
            <a:noFill/>
          </a:ln>
        </p:spPr>
        <p:txBody>
          <a:bodyPr spcFirstLastPara="1" wrap="square" lIns="92000" tIns="92000" rIns="92000" bIns="92000"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s-419" sz="1000" b="0" i="0" u="none" strike="noStrike" cap="none">
                <a:solidFill>
                  <a:srgbClr val="595959"/>
                </a:solidFill>
                <a:latin typeface="Poppins"/>
                <a:ea typeface="Poppins"/>
                <a:cs typeface="Poppins"/>
                <a:sym typeface="Poppins"/>
              </a:rPr>
              <a:t>‹Nº›</a:t>
            </a:fld>
            <a:endParaRPr sz="1000" b="0" i="0" u="none" strike="noStrike" cap="none">
              <a:solidFill>
                <a:srgbClr val="595959"/>
              </a:solidFill>
              <a:latin typeface="Poppins"/>
              <a:ea typeface="Poppins"/>
              <a:cs typeface="Poppins"/>
              <a:sym typeface="Poppins"/>
            </a:endParaRPr>
          </a:p>
        </p:txBody>
      </p:sp>
      <p:sp>
        <p:nvSpPr>
          <p:cNvPr id="49" name="Google Shape;49;p8"/>
          <p:cNvSpPr txBox="1"/>
          <p:nvPr/>
        </p:nvSpPr>
        <p:spPr>
          <a:xfrm>
            <a:off x="18453676" y="4576236"/>
            <a:ext cx="548700" cy="393600"/>
          </a:xfrm>
          <a:prstGeom prst="rect">
            <a:avLst/>
          </a:prstGeom>
          <a:noFill/>
          <a:ln>
            <a:noFill/>
          </a:ln>
        </p:spPr>
        <p:txBody>
          <a:bodyPr spcFirstLastPara="1" wrap="square" lIns="92000" tIns="92000" rIns="92000" bIns="92000"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s-419" sz="1000" b="0" i="0" u="none" strike="noStrike" cap="none">
                <a:solidFill>
                  <a:srgbClr val="595959"/>
                </a:solidFill>
                <a:latin typeface="Poppins"/>
                <a:ea typeface="Poppins"/>
                <a:cs typeface="Poppins"/>
                <a:sym typeface="Poppins"/>
              </a:rPr>
              <a:t>‹Nº›</a:t>
            </a:fld>
            <a:endParaRPr sz="1000" b="0" i="0" u="none" strike="noStrike" cap="none">
              <a:solidFill>
                <a:srgbClr val="595959"/>
              </a:solidFill>
              <a:latin typeface="Poppins"/>
              <a:ea typeface="Poppins"/>
              <a:cs typeface="Poppins"/>
              <a:sym typeface="Poppins"/>
            </a:endParaRPr>
          </a:p>
        </p:txBody>
      </p:sp>
      <p:sp>
        <p:nvSpPr>
          <p:cNvPr id="50" name="Google Shape;50;p8"/>
          <p:cNvSpPr txBox="1"/>
          <p:nvPr/>
        </p:nvSpPr>
        <p:spPr>
          <a:xfrm>
            <a:off x="8488719" y="4834088"/>
            <a:ext cx="588300" cy="135600"/>
          </a:xfrm>
          <a:prstGeom prst="rect">
            <a:avLst/>
          </a:prstGeom>
          <a:noFill/>
          <a:ln>
            <a:noFill/>
          </a:ln>
        </p:spPr>
        <p:txBody>
          <a:bodyPr spcFirstLastPara="1" wrap="square" lIns="386350" tIns="0" rIns="0" bIns="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s-419" sz="900" b="0" i="0" u="none" strike="noStrike" cap="none">
                <a:solidFill>
                  <a:schemeClr val="lt1"/>
                </a:solidFill>
                <a:latin typeface="Noto Sans ExtraBold"/>
                <a:ea typeface="Noto Sans ExtraBold"/>
                <a:cs typeface="Noto Sans ExtraBold"/>
                <a:sym typeface="Noto Sans ExtraBold"/>
              </a:rPr>
              <a:t> </a:t>
            </a:r>
            <a:fld id="{00000000-1234-1234-1234-123412341234}" type="slidenum">
              <a:rPr lang="es-419" sz="900" b="0" i="0" u="none" strike="noStrike" cap="none">
                <a:solidFill>
                  <a:schemeClr val="lt1"/>
                </a:solidFill>
                <a:latin typeface="Noto Sans ExtraBold"/>
                <a:ea typeface="Noto Sans ExtraBold"/>
                <a:cs typeface="Noto Sans ExtraBold"/>
                <a:sym typeface="Noto Sans ExtraBold"/>
              </a:rPr>
              <a:t>‹Nº›</a:t>
            </a:fld>
            <a:endParaRPr sz="900" b="0" i="0" u="none" strike="noStrike" cap="none">
              <a:solidFill>
                <a:schemeClr val="lt1"/>
              </a:solidFill>
              <a:latin typeface="Noto Sans ExtraBold"/>
              <a:ea typeface="Noto Sans ExtraBold"/>
              <a:cs typeface="Noto Sans ExtraBold"/>
              <a:sym typeface="Noto Sans ExtraBold"/>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55" name="Google Shape;55;p9"/>
          <p:cNvSpPr/>
          <p:nvPr/>
        </p:nvSpPr>
        <p:spPr>
          <a:xfrm>
            <a:off x="-25" y="0"/>
            <a:ext cx="9144000" cy="5217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9"/>
          <p:cNvSpPr txBox="1"/>
          <p:nvPr/>
        </p:nvSpPr>
        <p:spPr>
          <a:xfrm>
            <a:off x="18453676" y="4576236"/>
            <a:ext cx="548700" cy="393600"/>
          </a:xfrm>
          <a:prstGeom prst="rect">
            <a:avLst/>
          </a:prstGeom>
          <a:noFill/>
          <a:ln>
            <a:noFill/>
          </a:ln>
        </p:spPr>
        <p:txBody>
          <a:bodyPr spcFirstLastPara="1" wrap="square" lIns="92000" tIns="92000" rIns="92000" bIns="92000"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s-419" sz="1000" b="0" i="0" u="none" strike="noStrike" cap="none">
                <a:solidFill>
                  <a:srgbClr val="595959"/>
                </a:solidFill>
                <a:latin typeface="Poppins"/>
                <a:ea typeface="Poppins"/>
                <a:cs typeface="Poppins"/>
                <a:sym typeface="Poppins"/>
              </a:rPr>
              <a:t>‹Nº›</a:t>
            </a:fld>
            <a:endParaRPr sz="1000" b="0" i="0" u="none" strike="noStrike" cap="none">
              <a:solidFill>
                <a:srgbClr val="595959"/>
              </a:solidFill>
              <a:latin typeface="Poppins"/>
              <a:ea typeface="Poppins"/>
              <a:cs typeface="Poppins"/>
              <a:sym typeface="Poppins"/>
            </a:endParaRPr>
          </a:p>
        </p:txBody>
      </p:sp>
      <p:sp>
        <p:nvSpPr>
          <p:cNvPr id="57" name="Google Shape;57;p9"/>
          <p:cNvSpPr txBox="1"/>
          <p:nvPr/>
        </p:nvSpPr>
        <p:spPr>
          <a:xfrm>
            <a:off x="18453676" y="4576236"/>
            <a:ext cx="548700" cy="393600"/>
          </a:xfrm>
          <a:prstGeom prst="rect">
            <a:avLst/>
          </a:prstGeom>
          <a:noFill/>
          <a:ln>
            <a:noFill/>
          </a:ln>
        </p:spPr>
        <p:txBody>
          <a:bodyPr spcFirstLastPara="1" wrap="square" lIns="92000" tIns="92000" rIns="92000" bIns="92000"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s-419" sz="1000" b="0" i="0" u="none" strike="noStrike" cap="none">
                <a:solidFill>
                  <a:srgbClr val="595959"/>
                </a:solidFill>
                <a:latin typeface="Poppins"/>
                <a:ea typeface="Poppins"/>
                <a:cs typeface="Poppins"/>
                <a:sym typeface="Poppins"/>
              </a:rPr>
              <a:t>‹Nº›</a:t>
            </a:fld>
            <a:endParaRPr sz="1000" b="0" i="0" u="none" strike="noStrike" cap="none">
              <a:solidFill>
                <a:srgbClr val="595959"/>
              </a:solidFill>
              <a:latin typeface="Poppins"/>
              <a:ea typeface="Poppins"/>
              <a:cs typeface="Poppins"/>
              <a:sym typeface="Poppins"/>
            </a:endParaRPr>
          </a:p>
        </p:txBody>
      </p:sp>
      <p:sp>
        <p:nvSpPr>
          <p:cNvPr id="58" name="Google Shape;58;p9"/>
          <p:cNvSpPr txBox="1"/>
          <p:nvPr/>
        </p:nvSpPr>
        <p:spPr>
          <a:xfrm>
            <a:off x="8488719" y="4834088"/>
            <a:ext cx="588300" cy="135600"/>
          </a:xfrm>
          <a:prstGeom prst="rect">
            <a:avLst/>
          </a:prstGeom>
          <a:noFill/>
          <a:ln>
            <a:noFill/>
          </a:ln>
        </p:spPr>
        <p:txBody>
          <a:bodyPr spcFirstLastPara="1" wrap="square" lIns="386350" tIns="0" rIns="0" bIns="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s-419" sz="900" b="0" i="0" u="none" strike="noStrike" cap="none">
                <a:solidFill>
                  <a:srgbClr val="006157"/>
                </a:solidFill>
                <a:latin typeface="Noto Sans ExtraBold"/>
                <a:ea typeface="Noto Sans ExtraBold"/>
                <a:cs typeface="Noto Sans ExtraBold"/>
                <a:sym typeface="Noto Sans ExtraBold"/>
              </a:rPr>
              <a:t> </a:t>
            </a:r>
            <a:fld id="{00000000-1234-1234-1234-123412341234}" type="slidenum">
              <a:rPr lang="es-419" sz="900" b="0" i="0" u="none" strike="noStrike" cap="none">
                <a:solidFill>
                  <a:srgbClr val="006157"/>
                </a:solidFill>
                <a:latin typeface="Noto Sans ExtraBold"/>
                <a:ea typeface="Noto Sans ExtraBold"/>
                <a:cs typeface="Noto Sans ExtraBold"/>
                <a:sym typeface="Noto Sans ExtraBold"/>
              </a:rPr>
              <a:t>‹Nº›</a:t>
            </a:fld>
            <a:endParaRPr sz="900" b="0" i="0" u="none" strike="noStrike" cap="none">
              <a:solidFill>
                <a:srgbClr val="006157"/>
              </a:solidFill>
              <a:latin typeface="Noto Sans ExtraBold"/>
              <a:ea typeface="Noto Sans ExtraBold"/>
              <a:cs typeface="Noto Sans ExtraBold"/>
              <a:sym typeface="Noto Sans ExtraBold"/>
            </a:endParaRPr>
          </a:p>
        </p:txBody>
      </p:sp>
      <p:sp>
        <p:nvSpPr>
          <p:cNvPr id="59" name="Google Shape;59;p9"/>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pic>
        <p:nvPicPr>
          <p:cNvPr id="60" name="Google Shape;60;p9"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svg"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2.svg"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3.svg"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4.svg"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5.svg"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6.svg"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7.svg"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8.svg"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9.svg"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0.svg"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svg"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svg"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3.svg"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4.svg"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5.svg"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6.svg"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7.svg"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8.svg"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9.svg"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0.svg"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1.svg"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2.svg"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3.svg"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4.svg"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5.svg"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6.svg"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7.svg"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8.svg"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9.svg"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0.svg"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1.svg"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2.svg"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3.svg"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4.svg"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5.svg"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svg"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2.svg"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3.svg"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4.svg"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5.svg"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6.svg"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7.svg"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8.svg"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9.svg"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0.svg"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1.svg" /></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2.svg"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3.svg"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4.svg"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5.svg"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6.svg"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svg"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2.svg"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3.svg"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4.svg"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5.svg" /></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6.svg"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7.svg"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8.svg"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9.svg"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0.svg"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1.svg"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1.svg"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2.svg"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3.svg"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4.svg"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5.svg"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6.svg"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7.svg"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8.svg"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9.sv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1.svg"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2.svg"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3.svg"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4.svg"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2.svg"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3.svg"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4.svg"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5.svg"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6.svg"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7.svg"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8.svg"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9.svg"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0.svg"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1.svg"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2.svg"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3.svg"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4.svg"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5.svg"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6.svg"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g_1.svg"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3"/>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Google Shape;147;p13"/>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4"/>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2800">
                <a:solidFill>
                  <a:srgbClr val="FFFFFF"/>
                </a:solidFill>
                <a:latin typeface="Noto Sans ExtraBold"/>
                <a:ea typeface="Noto Sans ExtraBold"/>
                <a:cs typeface="Noto Sans ExtraBold"/>
                <a:sym typeface="Noto Sans ExtraBold"/>
              </a:rPr>
              <a:t>Índice</a:t>
            </a:r>
            <a:endParaRPr sz="2800" i="0" u="none" strike="noStrike" cap="none">
              <a:solidFill>
                <a:srgbClr val="FFFFFF"/>
              </a:solidFill>
              <a:latin typeface="Noto Sans ExtraBold"/>
              <a:ea typeface="Noto Sans ExtraBold"/>
              <a:cs typeface="Noto Sans ExtraBold"/>
              <a:sym typeface="Noto Sans ExtraBold"/>
            </a:endParaRPr>
          </a:p>
        </p:txBody>
      </p:sp>
      <p:sp>
        <p:nvSpPr>
          <p:cNvPr id="154" name="Google Shape;154;p14"/>
          <p:cNvSpPr txBox="1"/>
          <p:nvPr/>
        </p:nvSpPr>
        <p:spPr>
          <a:xfrm>
            <a:off x="832623" y="1200577"/>
            <a:ext cx="7545659" cy="3570178"/>
          </a:xfrm>
          <a:prstGeom prst="rect">
            <a:avLst/>
          </a:prstGeom>
          <a:noFill/>
          <a:ln>
            <a:noFill/>
          </a:ln>
        </p:spPr>
        <p:txBody>
          <a:bodyPr spcFirstLastPara="1" wrap="square" lIns="91425" tIns="91425" rIns="91425" bIns="91425" anchor="t" anchorCtr="0">
            <a:spAutoFit/>
          </a:bodyPr>
          <a:lstStyle/>
          <a:p>
            <a:pPr marL="88900">
              <a:lnSpc>
                <a:spcPct val="200000"/>
              </a:lnSpc>
              <a:buClr>
                <a:srgbClr val="E6D195"/>
              </a:buClr>
              <a:buSzPts val="2200"/>
            </a:pPr>
            <a:r>
              <a:rPr lang="es-MX" sz="1100" b="1" dirty="0">
                <a:solidFill>
                  <a:srgbClr val="F3F3F3"/>
                </a:solidFill>
                <a:latin typeface="Noto Sans"/>
                <a:ea typeface="Noto Sans"/>
                <a:cs typeface="Noto Sans"/>
                <a:sym typeface="Noto Sans"/>
              </a:rPr>
              <a:t>Introducción</a:t>
            </a:r>
          </a:p>
          <a:p>
            <a:pPr marL="457200" indent="-368300">
              <a:lnSpc>
                <a:spcPct val="200000"/>
              </a:lnSpc>
              <a:buClr>
                <a:srgbClr val="E6D195"/>
              </a:buClr>
              <a:buSzPts val="2200"/>
              <a:buFont typeface="Noto Sans Black"/>
              <a:buAutoNum type="alphaUcPeriod"/>
            </a:pPr>
            <a:r>
              <a:rPr lang="es-MX" sz="1100" b="1" dirty="0">
                <a:solidFill>
                  <a:srgbClr val="F3F3F3"/>
                </a:solidFill>
                <a:latin typeface="Noto Sans"/>
                <a:ea typeface="Noto Sans"/>
                <a:cs typeface="Noto Sans"/>
                <a:sym typeface="Noto Sans"/>
              </a:rPr>
              <a:t>INDICADORES ECONÓMICOS</a:t>
            </a:r>
          </a:p>
          <a:p>
            <a:pPr marL="457200" lvl="0" indent="-368300" algn="l" rtl="0">
              <a:lnSpc>
                <a:spcPct val="200000"/>
              </a:lnSpc>
              <a:spcBef>
                <a:spcPts val="0"/>
              </a:spcBef>
              <a:spcAft>
                <a:spcPts val="0"/>
              </a:spcAft>
              <a:buClr>
                <a:srgbClr val="E6D195"/>
              </a:buClr>
              <a:buSzPts val="2200"/>
              <a:buFont typeface="Noto Sans Black"/>
              <a:buAutoNum type="alphaUcPeriod"/>
            </a:pPr>
            <a:r>
              <a:rPr lang="es-MX" sz="1100" b="1" dirty="0">
                <a:solidFill>
                  <a:srgbClr val="F3F3F3"/>
                </a:solidFill>
                <a:latin typeface="Noto Sans"/>
                <a:ea typeface="Noto Sans"/>
                <a:cs typeface="Noto Sans"/>
                <a:sym typeface="Noto Sans"/>
              </a:rPr>
              <a:t>SERVICIOS FIJOS DE TELECOMUNICACIONES</a:t>
            </a:r>
          </a:p>
          <a:p>
            <a:pPr marL="457200" lvl="0" indent="-368300" algn="l" rtl="0">
              <a:lnSpc>
                <a:spcPct val="200000"/>
              </a:lnSpc>
              <a:spcBef>
                <a:spcPts val="0"/>
              </a:spcBef>
              <a:spcAft>
                <a:spcPts val="0"/>
              </a:spcAft>
              <a:buClr>
                <a:srgbClr val="E6D195"/>
              </a:buClr>
              <a:buSzPts val="2200"/>
              <a:buFont typeface="Noto Sans Black"/>
              <a:buAutoNum type="alphaUcPeriod"/>
            </a:pPr>
            <a:r>
              <a:rPr lang="es-MX" sz="1100" b="1" dirty="0">
                <a:solidFill>
                  <a:srgbClr val="F3F3F3"/>
                </a:solidFill>
                <a:latin typeface="Noto Sans"/>
                <a:ea typeface="Noto Sans"/>
                <a:cs typeface="Noto Sans"/>
                <a:sym typeface="Noto Sans"/>
              </a:rPr>
              <a:t>SERVICIOS MÓVILES DE TELECOMUNICACIONES</a:t>
            </a:r>
            <a:endParaRPr sz="1100" b="1" dirty="0">
              <a:solidFill>
                <a:srgbClr val="F3F3F3"/>
              </a:solidFill>
              <a:latin typeface="Noto Sans"/>
              <a:ea typeface="Noto Sans"/>
              <a:cs typeface="Noto Sans"/>
              <a:sym typeface="Noto Sans"/>
            </a:endParaRPr>
          </a:p>
          <a:p>
            <a:pPr marL="457200" lvl="0" indent="-368300" algn="l" rtl="0">
              <a:lnSpc>
                <a:spcPct val="200000"/>
              </a:lnSpc>
              <a:spcBef>
                <a:spcPts val="0"/>
              </a:spcBef>
              <a:spcAft>
                <a:spcPts val="0"/>
              </a:spcAft>
              <a:buClr>
                <a:srgbClr val="E6D195"/>
              </a:buClr>
              <a:buSzPts val="2200"/>
              <a:buFont typeface="Noto Sans Black"/>
              <a:buAutoNum type="alphaUcPeriod"/>
            </a:pPr>
            <a:r>
              <a:rPr lang="es-MX" sz="1100" b="1" dirty="0">
                <a:solidFill>
                  <a:srgbClr val="F3F3F3"/>
                </a:solidFill>
                <a:latin typeface="Noto Sans"/>
                <a:ea typeface="Noto Sans"/>
                <a:cs typeface="Noto Sans"/>
                <a:sym typeface="Noto Sans"/>
              </a:rPr>
              <a:t>TECNOLOGÍAS DE LA INFORMACIÓN Y COMUNICACIÓN (TIC)</a:t>
            </a:r>
          </a:p>
          <a:p>
            <a:pPr marL="457200" lvl="0" indent="-368300" algn="l" rtl="0">
              <a:lnSpc>
                <a:spcPct val="200000"/>
              </a:lnSpc>
              <a:spcBef>
                <a:spcPts val="0"/>
              </a:spcBef>
              <a:spcAft>
                <a:spcPts val="0"/>
              </a:spcAft>
              <a:buClr>
                <a:srgbClr val="E6D195"/>
              </a:buClr>
              <a:buSzPts val="2200"/>
              <a:buFont typeface="Noto Sans Black"/>
              <a:buAutoNum type="alphaUcPeriod"/>
            </a:pPr>
            <a:r>
              <a:rPr lang="es-MX" sz="1100" b="1" dirty="0">
                <a:solidFill>
                  <a:srgbClr val="F3F3F3"/>
                </a:solidFill>
                <a:latin typeface="Noto Sans"/>
                <a:ea typeface="Noto Sans"/>
                <a:cs typeface="Noto Sans"/>
                <a:sym typeface="Noto Sans"/>
              </a:rPr>
              <a:t>PERSONAS USUARIAS DE SERVICIOS DE TELECOMUNICACIONES</a:t>
            </a:r>
          </a:p>
          <a:p>
            <a:pPr marL="457200" lvl="0" indent="-368300" algn="l" rtl="0">
              <a:lnSpc>
                <a:spcPct val="200000"/>
              </a:lnSpc>
              <a:spcBef>
                <a:spcPts val="0"/>
              </a:spcBef>
              <a:spcAft>
                <a:spcPts val="0"/>
              </a:spcAft>
              <a:buClr>
                <a:srgbClr val="E6D195"/>
              </a:buClr>
              <a:buSzPts val="2200"/>
              <a:buFont typeface="Noto Sans Black"/>
              <a:buAutoNum type="alphaUcPeriod"/>
            </a:pPr>
            <a:r>
              <a:rPr lang="es-419" sz="1100" b="1" dirty="0">
                <a:solidFill>
                  <a:srgbClr val="F3F3F3"/>
                </a:solidFill>
                <a:latin typeface="Noto Sans"/>
                <a:ea typeface="Noto Sans"/>
                <a:cs typeface="Noto Sans"/>
                <a:sym typeface="Noto Sans"/>
              </a:rPr>
              <a:t>INDICADORES CON PERSPECTIVA DE GÉNERO</a:t>
            </a:r>
          </a:p>
          <a:p>
            <a:pPr marL="457200" lvl="0" indent="-368300" algn="l" rtl="0">
              <a:lnSpc>
                <a:spcPct val="200000"/>
              </a:lnSpc>
              <a:spcBef>
                <a:spcPts val="0"/>
              </a:spcBef>
              <a:spcAft>
                <a:spcPts val="0"/>
              </a:spcAft>
              <a:buClr>
                <a:srgbClr val="E6D195"/>
              </a:buClr>
              <a:buSzPts val="2200"/>
              <a:buFont typeface="Noto Sans Black"/>
              <a:buAutoNum type="alphaUcPeriod"/>
            </a:pPr>
            <a:r>
              <a:rPr lang="es-419" sz="1100" b="1" dirty="0">
                <a:solidFill>
                  <a:srgbClr val="F3F3F3"/>
                </a:solidFill>
                <a:latin typeface="Noto Sans"/>
                <a:ea typeface="Noto Sans"/>
                <a:cs typeface="Noto Sans"/>
                <a:sym typeface="Noto Sans"/>
              </a:rPr>
              <a:t> INDICADORES DE RADIODIFUSIÓN</a:t>
            </a:r>
          </a:p>
          <a:p>
            <a:pPr marL="457200" lvl="0" indent="-368300" algn="l" rtl="0">
              <a:lnSpc>
                <a:spcPct val="200000"/>
              </a:lnSpc>
              <a:spcBef>
                <a:spcPts val="0"/>
              </a:spcBef>
              <a:spcAft>
                <a:spcPts val="0"/>
              </a:spcAft>
              <a:buClr>
                <a:srgbClr val="E6D195"/>
              </a:buClr>
              <a:buSzPts val="2200"/>
              <a:buFont typeface="Noto Sans Black"/>
              <a:buAutoNum type="alphaUcPeriod"/>
            </a:pPr>
            <a:r>
              <a:rPr lang="es-MX" sz="1100" b="1" dirty="0">
                <a:solidFill>
                  <a:srgbClr val="F3F3F3"/>
                </a:solidFill>
                <a:latin typeface="Noto Sans"/>
                <a:ea typeface="Noto Sans"/>
                <a:cs typeface="Noto Sans"/>
                <a:sym typeface="Noto Sans"/>
              </a:rPr>
              <a:t>CONSUMO DE RADIO Y TELEVISIÓN</a:t>
            </a:r>
          </a:p>
          <a:p>
            <a:pPr marL="88900" lvl="0" algn="l" rtl="0">
              <a:lnSpc>
                <a:spcPct val="200000"/>
              </a:lnSpc>
              <a:spcBef>
                <a:spcPts val="0"/>
              </a:spcBef>
              <a:spcAft>
                <a:spcPts val="0"/>
              </a:spcAft>
              <a:buClr>
                <a:srgbClr val="E6D195"/>
              </a:buClr>
              <a:buSzPts val="2200"/>
            </a:pPr>
            <a:r>
              <a:rPr lang="es-MX" sz="1100" b="1" dirty="0">
                <a:solidFill>
                  <a:srgbClr val="F3F3F3"/>
                </a:solidFill>
                <a:latin typeface="Noto Sans"/>
                <a:ea typeface="Noto Sans"/>
                <a:cs typeface="Noto Sans"/>
                <a:sym typeface="Noto Sans"/>
              </a:rPr>
              <a:t>Conclusión </a:t>
            </a:r>
            <a:endParaRPr lang="es-419" sz="1100" b="1" dirty="0">
              <a:solidFill>
                <a:srgbClr val="F3F3F3"/>
              </a:solidFill>
              <a:latin typeface="Noto Sans"/>
              <a:ea typeface="Noto Sans"/>
              <a:cs typeface="Noto Sans"/>
              <a:sym typeface="Noto Sans"/>
            </a:endParaRPr>
          </a:p>
        </p:txBody>
      </p:sp>
      <p:cxnSp>
        <p:nvCxnSpPr>
          <p:cNvPr id="155" name="Google Shape;155;p14"/>
          <p:cNvCxnSpPr/>
          <p:nvPr/>
        </p:nvCxnSpPr>
        <p:spPr>
          <a:xfrm>
            <a:off x="1651800" y="1326910"/>
            <a:ext cx="5840400" cy="0"/>
          </a:xfrm>
          <a:prstGeom prst="straightConnector1">
            <a:avLst/>
          </a:prstGeom>
          <a:noFill/>
          <a:ln w="21450" cap="flat" cmpd="sng">
            <a:solidFill>
              <a:srgbClr val="E6D195"/>
            </a:solidFill>
            <a:prstDash val="solid"/>
            <a:round/>
            <a:headEnd type="none" w="sm" len="sm"/>
            <a:tailEnd type="none" w="sm" len="sm"/>
          </a:ln>
        </p:spPr>
      </p:cxnSp>
      <p:sp>
        <p:nvSpPr>
          <p:cNvPr id="156" name="Google Shape;156;p14"/>
          <p:cNvSpPr txBox="1"/>
          <p:nvPr/>
        </p:nvSpPr>
        <p:spPr>
          <a:xfrm>
            <a:off x="8488719" y="4834088"/>
            <a:ext cx="588300" cy="135600"/>
          </a:xfrm>
          <a:prstGeom prst="rect">
            <a:avLst/>
          </a:prstGeom>
          <a:noFill/>
          <a:ln>
            <a:noFill/>
          </a:ln>
        </p:spPr>
        <p:txBody>
          <a:bodyPr spcFirstLastPara="1" wrap="square" lIns="386350" tIns="0" rIns="0" bIns="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s-419" sz="900" b="0" i="0" u="none" strike="noStrike" cap="none">
                <a:solidFill>
                  <a:schemeClr val="lt1"/>
                </a:solidFill>
                <a:latin typeface="Noto Sans ExtraBold"/>
                <a:ea typeface="Noto Sans ExtraBold"/>
                <a:cs typeface="Noto Sans ExtraBold"/>
                <a:sym typeface="Noto Sans ExtraBold"/>
              </a:rPr>
              <a:t> </a:t>
            </a:r>
            <a:fld id="{00000000-1234-1234-1234-123412341234}" type="slidenum">
              <a:rPr lang="es-419" sz="900" b="0" i="0" u="none" strike="noStrike" cap="none">
                <a:solidFill>
                  <a:schemeClr val="lt1"/>
                </a:solidFill>
                <a:latin typeface="Noto Sans ExtraBold"/>
                <a:ea typeface="Noto Sans ExtraBold"/>
                <a:cs typeface="Noto Sans ExtraBold"/>
                <a:sym typeface="Noto Sans ExtraBold"/>
              </a:rPr>
              <a:t>2</a:t>
            </a:fld>
            <a:endParaRPr sz="900" b="0" i="0" u="none" strike="noStrike" cap="none">
              <a:solidFill>
                <a:schemeClr val="lt1"/>
              </a:solidFill>
              <a:latin typeface="Noto Sans ExtraBold"/>
              <a:ea typeface="Noto Sans ExtraBold"/>
              <a:cs typeface="Noto Sans ExtraBold"/>
              <a:sym typeface="Noto Sans ExtraBold"/>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INTRO"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600" b="1">
                <a:solidFill>
                  <a:srgbClr val="203634"/>
                </a:solidFill>
                <a:latin typeface="Noto Sans"/>
              </a:rPr>
              <a:t>INTRODUCCIÓN</a:t>
            </a:r>
            <a:endParaRPr lang="es-419" sz="1700" dirty="0">
              <a:solidFill>
                <a:srgbClr val="203634"/>
              </a:solidFill>
              <a:latin typeface="Noto Sans"/>
              <a:ea typeface="Noto Sans"/>
              <a:cs typeface="Noto Sans"/>
              <a:sym typeface="Noto Sans"/>
            </a:endParaRPr>
          </a:p>
        </p:txBody>
      </p:sp>
      <p:sp>
        <p:nvSpPr>
          <p:cNvPr id="202" name="ANUARIO_SECTION_INTRO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INTRODUCCIÓN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INTRO_TEXT" descr="ROLE=TEXT_SECTION"/>
          <p:cNvSpPr/>
          <p:nvPr/>
        </p:nvSpPr>
        <p:spPr>
          <a:xfrm>
            <a:off x="450900" y="943525"/>
            <a:ext cx="825355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sz="1200" b="1">
                <a:solidFill>
                  <a:srgbClr val="203634"/>
                </a:solidFill>
                <a:latin typeface="Noto Sans"/>
              </a:rPr>
              <a:t>Introducción</a:t>
            </a:r>
          </a:p>
          <a:p/>
          <a:p>
            <a:r>
              <a:rPr sz="1050">
                <a:solidFill>
                  <a:srgbClr val="434343"/>
                </a:solidFill>
                <a:latin typeface="Noto Sans"/>
              </a:rPr>
              <a:t>El Anuario Estadístico 2026 conserva la estructura temática del Anuario Estadístico 2024 y organiza los indicadores en ocho secciones. Esta versión de la presentación está preparada para recibir automáticamente las figuras generadas por el proyecto, manteniendo un identificador único para cada gráfica.</a:t>
            </a:r>
          </a:p>
        </p:txBody>
      </p:sp>
      <p:sp>
        <p:nvSpPr>
          <p:cNvPr id="202" name="ANUARIO_INTRO_TEXT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INTRODUCCIÓN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A"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600" b="1">
                <a:solidFill>
                  <a:srgbClr val="203634"/>
                </a:solidFill>
                <a:latin typeface="Noto Sans"/>
              </a:rPr>
              <a:t>A. INDICADORES ECONÓMICOS</a:t>
            </a:r>
            <a:endParaRPr lang="es-419" sz="1700" dirty="0">
              <a:solidFill>
                <a:srgbClr val="203634"/>
              </a:solidFill>
              <a:latin typeface="Noto Sans"/>
              <a:ea typeface="Noto Sans"/>
              <a:cs typeface="Noto Sans"/>
              <a:sym typeface="Noto Sans"/>
            </a:endParaRPr>
          </a:p>
        </p:txBody>
      </p:sp>
      <p:sp>
        <p:nvSpPr>
          <p:cNvPr id="202" name="ANUARIO_SECTION_A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Tree>
  </p:cSld>
  <p:clrMapOvr>
    <a:masterClrMapping/>
  </p:clrMapOvr>
</p:sld>
</file>

<file path=ppt/slides/slide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tuvo un incremento de 3.3% con respecto del mismo mes de 2025. Por otro lado, el Índice de Precios de Comunicaciones (IPCOM) mostró un decremento del -1.5% en el periodo de diciembre de 2023 a julio de 2024. Por otro lado, en el periodo de diciembre de 2023 a julio de 2024, el IPCOM llegó a tener una disminución de 1.5%.</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B"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200" b="1">
                <a:solidFill>
                  <a:srgbClr val="203634"/>
                </a:solidFill>
                <a:latin typeface="Noto Sans"/>
              </a:rPr>
              <a:t>B. SERVICIOS FIJOS DE TELECOMUNICACIONES</a:t>
            </a:r>
            <a:endParaRPr lang="es-419" sz="1700" dirty="0">
              <a:solidFill>
                <a:srgbClr val="203634"/>
              </a:solidFill>
              <a:latin typeface="Noto Sans"/>
              <a:ea typeface="Noto Sans"/>
              <a:cs typeface="Noto Sans"/>
              <a:sym typeface="Noto Sans"/>
            </a:endParaRPr>
          </a:p>
        </p:txBody>
      </p:sp>
      <p:sp>
        <p:nvSpPr>
          <p:cNvPr id="202" name="ANUARIO_SECTION_B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C"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200" b="1">
                <a:solidFill>
                  <a:srgbClr val="203634"/>
                </a:solidFill>
                <a:latin typeface="Noto Sans"/>
              </a:rPr>
              <a:t>C. SERVICIOS MÓVILES DE TELECOMUNICACIONES</a:t>
            </a:r>
            <a:endParaRPr lang="es-419" sz="1700" dirty="0">
              <a:solidFill>
                <a:srgbClr val="203634"/>
              </a:solidFill>
              <a:latin typeface="Noto Sans"/>
              <a:ea typeface="Noto Sans"/>
              <a:cs typeface="Noto Sans"/>
              <a:sym typeface="Noto Sans"/>
            </a:endParaRPr>
          </a:p>
        </p:txBody>
      </p:sp>
      <p:sp>
        <p:nvSpPr>
          <p:cNvPr id="202" name="ANUARIO_SECTION_C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C.3</a:t>
            </a:r>
          </a:p>
          <a:p>
            <a:pPr>
              <a:spcBef>
                <a:spcPts val="0"/>
              </a:spcBef>
              <a:spcAft>
                <a:spcPts val="600"/>
              </a:spcAft>
            </a:pPr>
            <a:r>
              <a:rPr sz="950" b="1">
                <a:solidFill>
                  <a:srgbClr val="203634"/>
                </a:solidFill>
                <a:latin typeface="Noto Sans"/>
              </a:rPr>
              <a:t>PORCENTAJE DEL USO DE LOS SERVICIOS MÓVILES DE TELECOMUNICACIONES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3" descr="Figura C.3. SVG vectorial sin respaldo raster"/>
          <p:cNvPicPr>
            <a:picLocks noChangeAspect="1"/>
          </p:cNvPicPr>
          <p:nvPr/>
        </p:nvPicPr>
        <p:blipFill>
          <a:blip r:embed="rId2"/>
          <a:stretch>
            <a:fillRect/>
          </a:stretch>
        </p:blipFill>
        <p:spPr>
          <a:xfrm>
            <a:off x="5386529" y="1016677"/>
            <a:ext cx="1220822" cy="3444096"/>
          </a:xfrm>
          <a:prstGeom prst="rect">
            <a:avLst/>
          </a:prstGeom>
        </p:spPr>
      </p:pic>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4" descr="ANUARIO_FIGURE_ID=C.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C.4</a:t>
            </a:r>
          </a:p>
          <a:p>
            <a:pPr>
              <a:spcBef>
                <a:spcPts val="0"/>
              </a:spcBef>
              <a:spcAft>
                <a:spcPts val="600"/>
              </a:spcAft>
            </a:pPr>
            <a:r>
              <a:rPr sz="950" b="1">
                <a:solidFill>
                  <a:srgbClr val="203634"/>
                </a:solidFill>
                <a:latin typeface="Noto Sans"/>
              </a:rPr>
              <a:t>PORCENTAJE DEL USO DE LOS SERVICIOS MÓVILES DE TELECOMUNICACIONES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4" descr="ANUARIO_FIGURE_ID=C.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4" descr="Figura C.4. SVG vectorial sin respaldo raster"/>
          <p:cNvPicPr>
            <a:picLocks noChangeAspect="1"/>
          </p:cNvPicPr>
          <p:nvPr/>
        </p:nvPicPr>
        <p:blipFill>
          <a:blip r:embed="rId2"/>
          <a:stretch>
            <a:fillRect/>
          </a:stretch>
        </p:blipFill>
        <p:spPr>
          <a:xfrm>
            <a:off x="3357372" y="1321179"/>
            <a:ext cx="5279136" cy="2835092"/>
          </a:xfrm>
          <a:prstGeom prst="rect">
            <a:avLst/>
          </a:prstGeom>
        </p:spPr>
      </p:pic>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D"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2800" b="1">
                <a:solidFill>
                  <a:srgbClr val="203634"/>
                </a:solidFill>
                <a:latin typeface="Noto Sans"/>
              </a:rPr>
              <a:t>D. TECNOLOGÍAS DE LA INFORMACIÓN Y COMUNICACIÓN (TIC)</a:t>
            </a:r>
            <a:endParaRPr lang="es-419" sz="1700" dirty="0">
              <a:solidFill>
                <a:srgbClr val="203634"/>
              </a:solidFill>
              <a:latin typeface="Noto Sans"/>
              <a:ea typeface="Noto Sans"/>
              <a:cs typeface="Noto Sans"/>
              <a:sym typeface="Noto Sans"/>
            </a:endParaRPr>
          </a:p>
        </p:txBody>
      </p:sp>
      <p:sp>
        <p:nvSpPr>
          <p:cNvPr id="202" name="ANUARIO_SECTION_D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E"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2800" b="1">
                <a:solidFill>
                  <a:srgbClr val="203634"/>
                </a:solidFill>
                <a:latin typeface="Noto Sans"/>
              </a:rPr>
              <a:t>E. PERSONAS USUARIAS DE SERVICIOS DE TELECOMUNICACIONES</a:t>
            </a:r>
            <a:endParaRPr lang="es-419" sz="1700" dirty="0">
              <a:solidFill>
                <a:srgbClr val="203634"/>
              </a:solidFill>
              <a:latin typeface="Noto Sans"/>
              <a:ea typeface="Noto Sans"/>
              <a:cs typeface="Noto Sans"/>
              <a:sym typeface="Noto Sans"/>
            </a:endParaRPr>
          </a:p>
        </p:txBody>
      </p:sp>
      <p:sp>
        <p:nvSpPr>
          <p:cNvPr id="202" name="ANUARIO_SECTION_E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F"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200" b="1">
                <a:solidFill>
                  <a:srgbClr val="203634"/>
                </a:solidFill>
                <a:latin typeface="Noto Sans"/>
              </a:rPr>
              <a:t>F. INDICADORES CON PERSPECTIVA DE GÉNERO</a:t>
            </a:r>
            <a:endParaRPr lang="es-419" sz="1700" dirty="0">
              <a:solidFill>
                <a:srgbClr val="203634"/>
              </a:solidFill>
              <a:latin typeface="Noto Sans"/>
              <a:ea typeface="Noto Sans"/>
              <a:cs typeface="Noto Sans"/>
              <a:sym typeface="Noto Sans"/>
            </a:endParaRPr>
          </a:p>
        </p:txBody>
      </p:sp>
      <p:sp>
        <p:nvSpPr>
          <p:cNvPr id="202" name="ANUARIO_SECTION_F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G"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600" b="1">
                <a:solidFill>
                  <a:srgbClr val="203634"/>
                </a:solidFill>
                <a:latin typeface="Noto Sans"/>
              </a:rPr>
              <a:t>G. INDICADORES DE RADIODIFUSIÓN</a:t>
            </a:r>
            <a:endParaRPr lang="es-419" sz="1700" dirty="0">
              <a:solidFill>
                <a:srgbClr val="203634"/>
              </a:solidFill>
              <a:latin typeface="Noto Sans"/>
              <a:ea typeface="Noto Sans"/>
              <a:cs typeface="Noto Sans"/>
              <a:sym typeface="Noto Sans"/>
            </a:endParaRPr>
          </a:p>
        </p:txBody>
      </p:sp>
      <p:sp>
        <p:nvSpPr>
          <p:cNvPr id="202" name="ANUARIO_SECTION_G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Tree>
  </p:cSld>
  <p:clrMapOvr>
    <a:masterClrMapping/>
  </p:clrMapOvr>
</p:sld>
</file>

<file path=ppt/slides/slide10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02" name="ANUARIO_SECTION_HEADER_G" descr="ANUARIO_SECTION=G;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pic>
        <p:nvPicPr>
          <p:cNvPr id="222"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H"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600" b="1">
                <a:solidFill>
                  <a:srgbClr val="203634"/>
                </a:solidFill>
                <a:latin typeface="Noto Sans"/>
              </a:rPr>
              <a:t>H. CONSUMO DE RADIO Y TELEVISIÓN</a:t>
            </a:r>
            <a:endParaRPr lang="es-419" sz="1700" dirty="0">
              <a:solidFill>
                <a:srgbClr val="203634"/>
              </a:solidFill>
              <a:latin typeface="Noto Sans"/>
              <a:ea typeface="Noto Sans"/>
              <a:cs typeface="Noto Sans"/>
              <a:sym typeface="Noto Sans"/>
            </a:endParaRPr>
          </a:p>
        </p:txBody>
      </p:sp>
      <p:sp>
        <p:nvSpPr>
          <p:cNvPr id="202" name="ANUARIO_SECTION_H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a:t>
            </a:r>
          </a:p>
          <a:p>
            <a:pPr algn="l"/>
            <a:r>
              <a:rPr sz="950" b="1">
                <a:solidFill>
                  <a:srgbClr val="203634"/>
                </a:solidFill>
                <a:latin typeface="Noto Sans"/>
              </a:rPr>
              <a:t>PORCENTAJE DE PERSONAS QUE VIERON LA TELEVISIÓN POR HORA A NIVEL NACIONAL (28 CIUDADES)</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H.2</a:t>
            </a:r>
          </a:p>
          <a:p>
            <a:pPr algn="l"/>
            <a:r>
              <a:rPr sz="950" b="1">
                <a:solidFill>
                  <a:srgbClr val="203634"/>
                </a:solidFill>
                <a:latin typeface="Noto Sans"/>
              </a:rPr>
              <a:t>HORAS DEDICADAS Y RATING PROMEDIO POR GÉNERO EN CANALES NACIONALES (28 CIUDADES)</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{{FIGURA:H.2}}</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H.3</a:t>
            </a:r>
          </a:p>
          <a:p>
            <a:pPr algn="l"/>
            <a:r>
              <a:rPr sz="950" b="1">
                <a:solidFill>
                  <a:srgbClr val="203634"/>
                </a:solidFill>
                <a:latin typeface="Noto Sans"/>
              </a:rPr>
              <a:t>PORCENTAJE DE PERSONAS QUE VIERON LA TELEVISIÓN POR HORA EN CIUDAD DE MÉXICO</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{{FIGURA:H.3}}</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H.4</a:t>
            </a:r>
          </a:p>
          <a:p>
            <a:pPr algn="l"/>
            <a:r>
              <a:rPr sz="950" b="1">
                <a:solidFill>
                  <a:srgbClr val="203634"/>
                </a:solidFill>
                <a:latin typeface="Noto Sans"/>
              </a:rPr>
              <a:t>HORAS DEDICADAS Y RATING PROMEDIO POR GÉNERO EN CANALES NACIONALES (CDMX)</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{{FIGURA:H.4}}</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H.5</a:t>
            </a:r>
          </a:p>
          <a:p>
            <a:pPr algn="l"/>
            <a:r>
              <a:rPr sz="1050" b="1">
                <a:solidFill>
                  <a:srgbClr val="203634"/>
                </a:solidFill>
                <a:latin typeface="Noto Sans"/>
              </a:rPr>
              <a:t>PORCENTAJE DE PERSONAS QUE VIERON LA TELEVISIÓN POR HORA EN GUADALAJARA</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{{FIGURA:H.5}}</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H.6</a:t>
            </a:r>
          </a:p>
          <a:p>
            <a:pPr algn="l"/>
            <a:r>
              <a:rPr sz="950" b="1">
                <a:solidFill>
                  <a:srgbClr val="203634"/>
                </a:solidFill>
                <a:latin typeface="Noto Sans"/>
              </a:rPr>
              <a:t>HORAS DEDICADAS Y RATING PROMEDIO POR GÉNERO EN CANALES NACIONALES (GUADALAJARA)</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{{FIGURA:H.6}}</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H.7</a:t>
            </a:r>
          </a:p>
          <a:p>
            <a:pPr algn="l"/>
            <a:r>
              <a:rPr sz="1050" b="1">
                <a:solidFill>
                  <a:srgbClr val="203634"/>
                </a:solidFill>
                <a:latin typeface="Noto Sans"/>
              </a:rPr>
              <a:t>PORCENTAJE DE PERSONAS QUE VIERON LA TELEVISIÓN POR HORA EN MONTERREY</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{{FIGURA:H.7}}</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H.8</a:t>
            </a:r>
          </a:p>
          <a:p>
            <a:pPr algn="l"/>
            <a:r>
              <a:rPr sz="950" b="1">
                <a:solidFill>
                  <a:srgbClr val="203634"/>
                </a:solidFill>
                <a:latin typeface="Noto Sans"/>
              </a:rPr>
              <a:t>HORAS DEDICADAS Y RATING PROMEDIO POR GÉNERO EN CANALES NACIONALES (MONTERREY)</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{{FIGURA:H.8}}</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H.9</a:t>
            </a:r>
          </a:p>
          <a:p>
            <a:pPr algn="l"/>
            <a:r>
              <a:rPr sz="1050" b="1">
                <a:solidFill>
                  <a:srgbClr val="203634"/>
                </a:solidFill>
                <a:latin typeface="Noto Sans"/>
              </a:rPr>
              <a:t>PORCENTAJE DE PERSONAS QUE VIERON LA TELEVISIÓN POR HORA EN 25 CIUDADES</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{{FIGURA:H.9}}</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H.10</a:t>
            </a:r>
          </a:p>
          <a:p>
            <a:pPr algn="l"/>
            <a:r>
              <a:rPr sz="950" b="1">
                <a:solidFill>
                  <a:srgbClr val="203634"/>
                </a:solidFill>
                <a:latin typeface="Noto Sans"/>
              </a:rPr>
              <a:t>HORAS DEDICADAS Y RATING PROMEDIO POR GÉNERO EN CANALES NACIONALES (25 CIUDADES)</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H.11</a:t>
            </a:r>
          </a:p>
          <a:p>
            <a:pPr algn="l"/>
            <a:r>
              <a:rPr sz="1050" b="1">
                <a:solidFill>
                  <a:srgbClr val="203634"/>
                </a:solidFill>
                <a:latin typeface="Noto Sans"/>
              </a:rPr>
              <a:t>PROPORCIÓN DE PERSONAS QUE ESCUCHARON LA RADIO POR HORA (%) — NACIONAL</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{{FIGURA:H.11}}</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H.12</a:t>
            </a:r>
          </a:p>
          <a:p>
            <a:pPr algn="l"/>
            <a:r>
              <a:rPr sz="1050" b="1">
                <a:solidFill>
                  <a:srgbClr val="203634"/>
                </a:solidFill>
                <a:latin typeface="Noto Sans"/>
              </a:rPr>
              <a:t>PROPORCIÓN DE PERSONAS QUE ESCUCHARON LA RADIO POR HORA (%) — CDMX</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{{FIGURA:H.12}}</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H.13</a:t>
            </a:r>
          </a:p>
          <a:p>
            <a:pPr algn="l"/>
            <a:r>
              <a:rPr sz="950" b="1">
                <a:solidFill>
                  <a:srgbClr val="203634"/>
                </a:solidFill>
                <a:latin typeface="Noto Sans"/>
              </a:rPr>
              <a:t>PROPORCIÓN DE PERSONAS QUE ESCUCHARON LA RADIO POR HORA (%) — GUADALAJARA</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{{FIGURA:H.13}}</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H.14</a:t>
            </a:r>
          </a:p>
          <a:p>
            <a:pPr algn="l"/>
            <a:r>
              <a:rPr sz="1050" b="1">
                <a:solidFill>
                  <a:srgbClr val="203634"/>
                </a:solidFill>
                <a:latin typeface="Noto Sans"/>
              </a:rPr>
              <a:t>PROPORCIÓN DE PERSONAS QUE ESCUCHARON LA RADIO POR HORA (%) — MONTERREY</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{{FIGURA:H.14}}</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CONCLUSION"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600" b="1">
                <a:solidFill>
                  <a:srgbClr val="203634"/>
                </a:solidFill>
                <a:latin typeface="Noto Sans"/>
              </a:rPr>
              <a:t>CONCLUSIÓN</a:t>
            </a:r>
            <a:endParaRPr lang="es-419" sz="1700" dirty="0">
              <a:solidFill>
                <a:srgbClr val="203634"/>
              </a:solidFill>
              <a:latin typeface="Noto Sans"/>
              <a:ea typeface="Noto Sans"/>
              <a:cs typeface="Noto Sans"/>
              <a:sym typeface="Noto Sans"/>
            </a:endParaRPr>
          </a:p>
        </p:txBody>
      </p:sp>
      <p:sp>
        <p:nvSpPr>
          <p:cNvPr id="202" name="ANUARIO_SECTION_CONCLUSION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CONCLUSIÓN</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CONCLUSION_TEXT" descr="ROLE=TEXT_SECTION"/>
          <p:cNvSpPr/>
          <p:nvPr/>
        </p:nvSpPr>
        <p:spPr>
          <a:xfrm>
            <a:off x="450900" y="943525"/>
            <a:ext cx="825355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sz="1200" b="1">
                <a:solidFill>
                  <a:srgbClr val="203634"/>
                </a:solidFill>
                <a:latin typeface="Noto Sans"/>
              </a:rPr>
              <a:t>Conclusión</a:t>
            </a:r>
          </a:p>
          <a:p/>
          <a:p>
            <a:r>
              <a:rPr sz="1050">
                <a:solidFill>
                  <a:srgbClr val="434343"/>
                </a:solidFill>
                <a:latin typeface="Noto Sans"/>
              </a:rPr>
              <a:t>Plantilla completa del Anuario Estadístico 2026 preparada para automatización. Cada figura dispone de un marcador único y de un nombre de objeto estable, de modo que el generador puede localizar la diapositiva, reemplazar el marcador por la imagen correspondiente y conservar la composición de la presentación.</a:t>
            </a:r>
          </a:p>
        </p:txBody>
      </p:sp>
      <p:sp>
        <p:nvSpPr>
          <p:cNvPr id="202" name="ANUARIO_CONCLUSION_TEXT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CONCLUSIÓN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
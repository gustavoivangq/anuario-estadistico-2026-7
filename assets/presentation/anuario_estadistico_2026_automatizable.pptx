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4"/>
  </p:sldMasterIdLst>
  <p:notesMasterIdLst>
    <p:notesMasterId r:id="rId13"/>
  </p:notesMasterIdLst>
  <p:sldIdLst>
    <p:sldId id="259" r:id="rId5"/>
    <p:sldId id="260" r:id="rId6"/>
    <p:sldId id="269" r:id="rId34"/>
    <p:sldId id="270" r:id="rId35"/>
    <p:sldId id="271" r:id="rId36"/>
    <p:sldId id="272" r:id="rId37"/>
    <p:sldId id="273" r:id="rId38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  <p:sldId id="283" r:id="rId48"/>
    <p:sldId id="284" r:id="rId49"/>
    <p:sldId id="285" r:id="rId50"/>
    <p:sldId id="286" r:id="rId51"/>
    <p:sldId id="287" r:id="rId52"/>
    <p:sldId id="288" r:id="rId53"/>
    <p:sldId id="289" r:id="rId54"/>
    <p:sldId id="290" r:id="rId55"/>
    <p:sldId id="291" r:id="rId56"/>
    <p:sldId id="292" r:id="rId57"/>
    <p:sldId id="293" r:id="rId58"/>
    <p:sldId id="294" r:id="rId59"/>
    <p:sldId id="295" r:id="rId60"/>
    <p:sldId id="296" r:id="rId61"/>
    <p:sldId id="297" r:id="rId62"/>
    <p:sldId id="298" r:id="rId63"/>
    <p:sldId id="299" r:id="rId64"/>
    <p:sldId id="300" r:id="rId65"/>
    <p:sldId id="301" r:id="rId66"/>
    <p:sldId id="302" r:id="rId67"/>
    <p:sldId id="303" r:id="rId68"/>
    <p:sldId id="304" r:id="rId69"/>
    <p:sldId id="305" r:id="rId70"/>
    <p:sldId id="306" r:id="rId71"/>
    <p:sldId id="307" r:id="rId72"/>
    <p:sldId id="308" r:id="rId73"/>
    <p:sldId id="309" r:id="rId74"/>
    <p:sldId id="310" r:id="rId75"/>
    <p:sldId id="311" r:id="rId76"/>
    <p:sldId id="312" r:id="rId77"/>
    <p:sldId id="313" r:id="rId78"/>
    <p:sldId id="314" r:id="rId79"/>
    <p:sldId id="315" r:id="rId80"/>
    <p:sldId id="316" r:id="rId81"/>
    <p:sldId id="317" r:id="rId82"/>
    <p:sldId id="318" r:id="rId83"/>
    <p:sldId id="319" r:id="rId84"/>
    <p:sldId id="320" r:id="rId85"/>
    <p:sldId id="321" r:id="rId86"/>
    <p:sldId id="322" r:id="rId87"/>
    <p:sldId id="323" r:id="rId88"/>
    <p:sldId id="324" r:id="rId89"/>
    <p:sldId id="325" r:id="rId90"/>
    <p:sldId id="326" r:id="rId91"/>
    <p:sldId id="327" r:id="rId92"/>
    <p:sldId id="328" r:id="rId93"/>
    <p:sldId id="329" r:id="rId94"/>
    <p:sldId id="330" r:id="rId95"/>
    <p:sldId id="331" r:id="rId96"/>
    <p:sldId id="332" r:id="rId97"/>
    <p:sldId id="333" r:id="rId98"/>
    <p:sldId id="334" r:id="rId99"/>
    <p:sldId id="335" r:id="rId100"/>
    <p:sldId id="336" r:id="rId101"/>
    <p:sldId id="337" r:id="rId102"/>
    <p:sldId id="338" r:id="rId103"/>
    <p:sldId id="339" r:id="rId104"/>
    <p:sldId id="340" r:id="rId105"/>
    <p:sldId id="341" r:id="rId106"/>
    <p:sldId id="342" r:id="rId107"/>
    <p:sldId id="343" r:id="rId108"/>
    <p:sldId id="344" r:id="rId109"/>
    <p:sldId id="345" r:id="rId110"/>
    <p:sldId id="346" r:id="rId111"/>
    <p:sldId id="347" r:id="rId112"/>
    <p:sldId id="348" r:id="rId113"/>
    <p:sldId id="349" r:id="rId114"/>
    <p:sldId id="350" r:id="rId115"/>
    <p:sldId id="351" r:id="rId116"/>
    <p:sldId id="352" r:id="rId117"/>
    <p:sldId id="353" r:id="rId118"/>
    <p:sldId id="354" r:id="rId119"/>
    <p:sldId id="355" r:id="rId120"/>
    <p:sldId id="356" r:id="rId121"/>
    <p:sldId id="357" r:id="rId122"/>
    <p:sldId id="358" r:id="rId123"/>
    <p:sldId id="359" r:id="rId124"/>
    <p:sldId id="360" r:id="rId125"/>
    <p:sldId id="361" r:id="rId126"/>
    <p:sldId id="362" r:id="rId127"/>
    <p:sldId id="363" r:id="rId128"/>
    <p:sldId id="364" r:id="rId129"/>
    <p:sldId id="365" r:id="rId130"/>
    <p:sldId id="366" r:id="rId131"/>
    <p:sldId id="367" r:id="rId132"/>
    <p:sldId id="368" r:id="rId133"/>
    <p:sldId id="369" r:id="rId134"/>
    <p:sldId id="370" r:id="rId135"/>
    <p:sldId id="371" r:id="rId136"/>
    <p:sldId id="372" r:id="rId137"/>
    <p:sldId id="373" r:id="rId138"/>
    <p:sldId id="374" r:id="rId139"/>
    <p:sldId id="375" r:id="rId140"/>
    <p:sldId id="376" r:id="rId141"/>
    <p:sldId id="377" r:id="rId142"/>
    <p:sldId id="378" r:id="rId143"/>
    <p:sldId id="379" r:id="rId144"/>
    <p:sldId id="380" r:id="rId145"/>
    <p:sldId id="381" r:id="rId146"/>
    <p:sldId id="382" r:id="rId147"/>
    <p:sldId id="383" r:id="rId148"/>
    <p:sldId id="384" r:id="rId149"/>
    <p:sldId id="385" r:id="rId150"/>
  </p:sldIdLst>
  <p:sldSz cx="9144000" cy="5143500" type="screen16x9"/>
  <p:notesSz cx="6858000" cy="9144000"/>
  <p:embeddedFontLst>
    <p:embeddedFont>
      <p:font typeface="Noto Sans" panose="020B0502040504020204" pitchFamily="34" charset="0"/>
      <p:regular r:id="rId14"/>
      <p:bold r:id="rId15"/>
      <p:italic r:id="rId16"/>
      <p:boldItalic r:id="rId17"/>
    </p:embeddedFont>
    <p:embeddedFont>
      <p:font typeface="Noto Sans Black" panose="020B0502040504020204" pitchFamily="34" charset="0"/>
      <p:bold r:id="rId18"/>
      <p:boldItalic r:id="rId19"/>
    </p:embeddedFont>
    <p:embeddedFont>
      <p:font typeface="Noto Sans ExtraBold" panose="020B0502040504020204" pitchFamily="34" charset="0"/>
      <p:bold r:id="rId20"/>
      <p:boldItalic r:id="rId21"/>
    </p:embeddedFont>
    <p:embeddedFont>
      <p:font typeface="Noto Sans Light" panose="020B0502040504020204" pitchFamily="3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D1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schemas.openxmlformats.org/officeDocument/2006/relationships/font" Target="fonts/font9.fntdata"/><Relationship Id="rId23" Type="http://schemas.openxmlformats.org/officeDocument/2006/relationships/font" Target="fonts/font10.fntdata"/><Relationship Id="rId24" Type="http://schemas.openxmlformats.org/officeDocument/2006/relationships/font" Target="fonts/font11.fntdata"/><Relationship Id="rId25" Type="http://schemas.openxmlformats.org/officeDocument/2006/relationships/font" Target="fonts/font12.fntdata"/><Relationship Id="rId26" Type="http://schemas.openxmlformats.org/officeDocument/2006/relationships/font" Target="fonts/font13.fntdata"/><Relationship Id="rId27" Type="http://schemas.openxmlformats.org/officeDocument/2006/relationships/font" Target="fonts/font14.fntdata"/><Relationship Id="rId28" Type="http://schemas.openxmlformats.org/officeDocument/2006/relationships/font" Target="fonts/font15.fntdata"/><Relationship Id="rId29" Type="http://schemas.openxmlformats.org/officeDocument/2006/relationships/font" Target="fonts/font16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8" Type="http://schemas.openxmlformats.org/officeDocument/2006/relationships/slide" Target="slides/slide23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51" Type="http://schemas.openxmlformats.org/officeDocument/2006/relationships/slide" Target="slides/slide26.xml"/><Relationship Id="rId52" Type="http://schemas.openxmlformats.org/officeDocument/2006/relationships/slide" Target="slides/slide27.xml"/><Relationship Id="rId53" Type="http://schemas.openxmlformats.org/officeDocument/2006/relationships/slide" Target="slides/slide28.xml"/><Relationship Id="rId54" Type="http://schemas.openxmlformats.org/officeDocument/2006/relationships/slide" Target="slides/slide29.xml"/><Relationship Id="rId55" Type="http://schemas.openxmlformats.org/officeDocument/2006/relationships/slide" Target="slides/slide30.xml"/><Relationship Id="rId56" Type="http://schemas.openxmlformats.org/officeDocument/2006/relationships/slide" Target="slides/slide31.xml"/><Relationship Id="rId57" Type="http://schemas.openxmlformats.org/officeDocument/2006/relationships/slide" Target="slides/slide32.xml"/><Relationship Id="rId58" Type="http://schemas.openxmlformats.org/officeDocument/2006/relationships/slide" Target="slides/slide33.xml"/><Relationship Id="rId59" Type="http://schemas.openxmlformats.org/officeDocument/2006/relationships/slide" Target="slides/slide34.xml"/><Relationship Id="rId60" Type="http://schemas.openxmlformats.org/officeDocument/2006/relationships/slide" Target="slides/slide35.xml"/><Relationship Id="rId61" Type="http://schemas.openxmlformats.org/officeDocument/2006/relationships/slide" Target="slides/slide36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Relationship Id="rId66" Type="http://schemas.openxmlformats.org/officeDocument/2006/relationships/slide" Target="slides/slide41.xml"/><Relationship Id="rId67" Type="http://schemas.openxmlformats.org/officeDocument/2006/relationships/slide" Target="slides/slide42.xml"/><Relationship Id="rId68" Type="http://schemas.openxmlformats.org/officeDocument/2006/relationships/slide" Target="slides/slide43.xml"/><Relationship Id="rId69" Type="http://schemas.openxmlformats.org/officeDocument/2006/relationships/slide" Target="slides/slide44.xml"/><Relationship Id="rId70" Type="http://schemas.openxmlformats.org/officeDocument/2006/relationships/slide" Target="slides/slide45.xml"/><Relationship Id="rId71" Type="http://schemas.openxmlformats.org/officeDocument/2006/relationships/slide" Target="slides/slide46.xml"/><Relationship Id="rId72" Type="http://schemas.openxmlformats.org/officeDocument/2006/relationships/slide" Target="slides/slide47.xml"/><Relationship Id="rId73" Type="http://schemas.openxmlformats.org/officeDocument/2006/relationships/slide" Target="slides/slide48.xml"/><Relationship Id="rId74" Type="http://schemas.openxmlformats.org/officeDocument/2006/relationships/slide" Target="slides/slide49.xml"/><Relationship Id="rId75" Type="http://schemas.openxmlformats.org/officeDocument/2006/relationships/slide" Target="slides/slide50.xml"/><Relationship Id="rId76" Type="http://schemas.openxmlformats.org/officeDocument/2006/relationships/slide" Target="slides/slide51.xml"/><Relationship Id="rId77" Type="http://schemas.openxmlformats.org/officeDocument/2006/relationships/slide" Target="slides/slide52.xml"/><Relationship Id="rId78" Type="http://schemas.openxmlformats.org/officeDocument/2006/relationships/slide" Target="slides/slide53.xml"/><Relationship Id="rId79" Type="http://schemas.openxmlformats.org/officeDocument/2006/relationships/slide" Target="slides/slide54.xml"/><Relationship Id="rId80" Type="http://schemas.openxmlformats.org/officeDocument/2006/relationships/slide" Target="slides/slide55.xml"/><Relationship Id="rId81" Type="http://schemas.openxmlformats.org/officeDocument/2006/relationships/slide" Target="slides/slide56.xml"/><Relationship Id="rId82" Type="http://schemas.openxmlformats.org/officeDocument/2006/relationships/slide" Target="slides/slide57.xml"/><Relationship Id="rId83" Type="http://schemas.openxmlformats.org/officeDocument/2006/relationships/slide" Target="slides/slide58.xml"/><Relationship Id="rId84" Type="http://schemas.openxmlformats.org/officeDocument/2006/relationships/slide" Target="slides/slide59.xml"/><Relationship Id="rId85" Type="http://schemas.openxmlformats.org/officeDocument/2006/relationships/slide" Target="slides/slide60.xml"/><Relationship Id="rId86" Type="http://schemas.openxmlformats.org/officeDocument/2006/relationships/slide" Target="slides/slide61.xml"/><Relationship Id="rId87" Type="http://schemas.openxmlformats.org/officeDocument/2006/relationships/slide" Target="slides/slide62.xml"/><Relationship Id="rId88" Type="http://schemas.openxmlformats.org/officeDocument/2006/relationships/slide" Target="slides/slide63.xml"/><Relationship Id="rId89" Type="http://schemas.openxmlformats.org/officeDocument/2006/relationships/slide" Target="slides/slide64.xml"/><Relationship Id="rId90" Type="http://schemas.openxmlformats.org/officeDocument/2006/relationships/slide" Target="slides/slide65.xml"/><Relationship Id="rId91" Type="http://schemas.openxmlformats.org/officeDocument/2006/relationships/slide" Target="slides/slide66.xml"/><Relationship Id="rId92" Type="http://schemas.openxmlformats.org/officeDocument/2006/relationships/slide" Target="slides/slide67.xml"/><Relationship Id="rId93" Type="http://schemas.openxmlformats.org/officeDocument/2006/relationships/slide" Target="slides/slide68.xml"/><Relationship Id="rId94" Type="http://schemas.openxmlformats.org/officeDocument/2006/relationships/slide" Target="slides/slide69.xml"/><Relationship Id="rId95" Type="http://schemas.openxmlformats.org/officeDocument/2006/relationships/slide" Target="slides/slide70.xml"/><Relationship Id="rId96" Type="http://schemas.openxmlformats.org/officeDocument/2006/relationships/slide" Target="slides/slide71.xml"/><Relationship Id="rId97" Type="http://schemas.openxmlformats.org/officeDocument/2006/relationships/slide" Target="slides/slide72.xml"/><Relationship Id="rId98" Type="http://schemas.openxmlformats.org/officeDocument/2006/relationships/slide" Target="slides/slide73.xml"/><Relationship Id="rId99" Type="http://schemas.openxmlformats.org/officeDocument/2006/relationships/slide" Target="slides/slide74.xml"/><Relationship Id="rId100" Type="http://schemas.openxmlformats.org/officeDocument/2006/relationships/slide" Target="slides/slide75.xml"/><Relationship Id="rId101" Type="http://schemas.openxmlformats.org/officeDocument/2006/relationships/slide" Target="slides/slide76.xml"/><Relationship Id="rId102" Type="http://schemas.openxmlformats.org/officeDocument/2006/relationships/slide" Target="slides/slide77.xml"/><Relationship Id="rId103" Type="http://schemas.openxmlformats.org/officeDocument/2006/relationships/slide" Target="slides/slide78.xml"/><Relationship Id="rId104" Type="http://schemas.openxmlformats.org/officeDocument/2006/relationships/slide" Target="slides/slide79.xml"/><Relationship Id="rId105" Type="http://schemas.openxmlformats.org/officeDocument/2006/relationships/slide" Target="slides/slide80.xml"/><Relationship Id="rId106" Type="http://schemas.openxmlformats.org/officeDocument/2006/relationships/slide" Target="slides/slide81.xml"/><Relationship Id="rId107" Type="http://schemas.openxmlformats.org/officeDocument/2006/relationships/slide" Target="slides/slide82.xml"/><Relationship Id="rId108" Type="http://schemas.openxmlformats.org/officeDocument/2006/relationships/slide" Target="slides/slide83.xml"/><Relationship Id="rId109" Type="http://schemas.openxmlformats.org/officeDocument/2006/relationships/slide" Target="slides/slide84.xml"/><Relationship Id="rId110" Type="http://schemas.openxmlformats.org/officeDocument/2006/relationships/slide" Target="slides/slide85.xml"/><Relationship Id="rId111" Type="http://schemas.openxmlformats.org/officeDocument/2006/relationships/slide" Target="slides/slide86.xml"/><Relationship Id="rId112" Type="http://schemas.openxmlformats.org/officeDocument/2006/relationships/slide" Target="slides/slide87.xml"/><Relationship Id="rId113" Type="http://schemas.openxmlformats.org/officeDocument/2006/relationships/slide" Target="slides/slide88.xml"/><Relationship Id="rId114" Type="http://schemas.openxmlformats.org/officeDocument/2006/relationships/slide" Target="slides/slide89.xml"/><Relationship Id="rId115" Type="http://schemas.openxmlformats.org/officeDocument/2006/relationships/slide" Target="slides/slide90.xml"/><Relationship Id="rId116" Type="http://schemas.openxmlformats.org/officeDocument/2006/relationships/slide" Target="slides/slide91.xml"/><Relationship Id="rId117" Type="http://schemas.openxmlformats.org/officeDocument/2006/relationships/slide" Target="slides/slide92.xml"/><Relationship Id="rId118" Type="http://schemas.openxmlformats.org/officeDocument/2006/relationships/slide" Target="slides/slide93.xml"/><Relationship Id="rId119" Type="http://schemas.openxmlformats.org/officeDocument/2006/relationships/slide" Target="slides/slide94.xml"/><Relationship Id="rId120" Type="http://schemas.openxmlformats.org/officeDocument/2006/relationships/slide" Target="slides/slide95.xml"/><Relationship Id="rId121" Type="http://schemas.openxmlformats.org/officeDocument/2006/relationships/slide" Target="slides/slide96.xml"/><Relationship Id="rId122" Type="http://schemas.openxmlformats.org/officeDocument/2006/relationships/slide" Target="slides/slide97.xml"/><Relationship Id="rId123" Type="http://schemas.openxmlformats.org/officeDocument/2006/relationships/slide" Target="slides/slide98.xml"/><Relationship Id="rId124" Type="http://schemas.openxmlformats.org/officeDocument/2006/relationships/slide" Target="slides/slide99.xml"/><Relationship Id="rId125" Type="http://schemas.openxmlformats.org/officeDocument/2006/relationships/slide" Target="slides/slide100.xml"/><Relationship Id="rId126" Type="http://schemas.openxmlformats.org/officeDocument/2006/relationships/slide" Target="slides/slide101.xml"/><Relationship Id="rId127" Type="http://schemas.openxmlformats.org/officeDocument/2006/relationships/slide" Target="slides/slide102.xml"/><Relationship Id="rId128" Type="http://schemas.openxmlformats.org/officeDocument/2006/relationships/slide" Target="slides/slide103.xml"/><Relationship Id="rId129" Type="http://schemas.openxmlformats.org/officeDocument/2006/relationships/slide" Target="slides/slide104.xml"/><Relationship Id="rId130" Type="http://schemas.openxmlformats.org/officeDocument/2006/relationships/slide" Target="slides/slide105.xml"/><Relationship Id="rId131" Type="http://schemas.openxmlformats.org/officeDocument/2006/relationships/slide" Target="slides/slide106.xml"/><Relationship Id="rId132" Type="http://schemas.openxmlformats.org/officeDocument/2006/relationships/slide" Target="slides/slide107.xml"/><Relationship Id="rId133" Type="http://schemas.openxmlformats.org/officeDocument/2006/relationships/slide" Target="slides/slide108.xml"/><Relationship Id="rId134" Type="http://schemas.openxmlformats.org/officeDocument/2006/relationships/slide" Target="slides/slide109.xml"/><Relationship Id="rId135" Type="http://schemas.openxmlformats.org/officeDocument/2006/relationships/slide" Target="slides/slide110.xml"/><Relationship Id="rId136" Type="http://schemas.openxmlformats.org/officeDocument/2006/relationships/slide" Target="slides/slide111.xml"/><Relationship Id="rId137" Type="http://schemas.openxmlformats.org/officeDocument/2006/relationships/slide" Target="slides/slide112.xml"/><Relationship Id="rId138" Type="http://schemas.openxmlformats.org/officeDocument/2006/relationships/slide" Target="slides/slide113.xml"/><Relationship Id="rId139" Type="http://schemas.openxmlformats.org/officeDocument/2006/relationships/slide" Target="slides/slide114.xml"/><Relationship Id="rId140" Type="http://schemas.openxmlformats.org/officeDocument/2006/relationships/slide" Target="slides/slide115.xml"/><Relationship Id="rId141" Type="http://schemas.openxmlformats.org/officeDocument/2006/relationships/slide" Target="slides/slide116.xml"/><Relationship Id="rId142" Type="http://schemas.openxmlformats.org/officeDocument/2006/relationships/slide" Target="slides/slide117.xml"/><Relationship Id="rId143" Type="http://schemas.openxmlformats.org/officeDocument/2006/relationships/slide" Target="slides/slide118.xml"/><Relationship Id="rId144" Type="http://schemas.openxmlformats.org/officeDocument/2006/relationships/slide" Target="slides/slide119.xml"/><Relationship Id="rId145" Type="http://schemas.openxmlformats.org/officeDocument/2006/relationships/slide" Target="slides/slide120.xml"/><Relationship Id="rId146" Type="http://schemas.openxmlformats.org/officeDocument/2006/relationships/slide" Target="slides/slide121.xml"/><Relationship Id="rId147" Type="http://schemas.openxmlformats.org/officeDocument/2006/relationships/slide" Target="slides/slide122.xml"/><Relationship Id="rId148" Type="http://schemas.openxmlformats.org/officeDocument/2006/relationships/slide" Target="slides/slide123.xml"/><Relationship Id="rId149" Type="http://schemas.openxmlformats.org/officeDocument/2006/relationships/slide" Target="slides/slide124.xml"/><Relationship Id="rId150" Type="http://schemas.openxmlformats.org/officeDocument/2006/relationships/slide" Target="slides/slide1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cead811483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cead811483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ead811483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cead811483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fondo oscuro 1">
  <p:cSld name="TITLE_6_1_2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671435"/>
              </a:gs>
              <a:gs pos="100000">
                <a:srgbClr val="430B22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4"/>
          <p:cNvSpPr txBox="1"/>
          <p:nvPr/>
        </p:nvSpPr>
        <p:spPr>
          <a:xfrm>
            <a:off x="18453676" y="45762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00" tIns="92000" rIns="92000" bIns="92000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s-419" sz="1000" b="0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‹Nº›</a:t>
            </a:fld>
            <a:endParaRPr sz="1000" b="0" i="0" u="none" strike="noStrike" cap="none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" name="Google Shape;22;p4"/>
          <p:cNvSpPr txBox="1"/>
          <p:nvPr/>
        </p:nvSpPr>
        <p:spPr>
          <a:xfrm>
            <a:off x="18453676" y="45762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00" tIns="92000" rIns="92000" bIns="92000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s-419" sz="1000" b="0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‹Nº›</a:t>
            </a:fld>
            <a:endParaRPr sz="1000" b="0" i="0" u="none" strike="noStrike" cap="none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8488719" y="4834088"/>
            <a:ext cx="588300" cy="1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635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s-419" sz="900" b="0" i="0" u="none" strike="noStrike" cap="none">
                <a:solidFill>
                  <a:schemeClr val="lt1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 </a:t>
            </a:r>
            <a:fld id="{00000000-1234-1234-1234-123412341234}" type="slidenum">
              <a:rPr lang="es-419" sz="900" b="0" i="0" u="none" strike="noStrike" cap="none">
                <a:solidFill>
                  <a:schemeClr val="lt1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‹Nº›</a:t>
            </a:fld>
            <a:endParaRPr sz="900" b="0" i="0" u="none" strike="noStrike" cap="none">
              <a:solidFill>
                <a:schemeClr val="lt1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pic>
        <p:nvPicPr>
          <p:cNvPr id="24" name="Google Shape;24;p4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/>
          <p:nvPr/>
        </p:nvSpPr>
        <p:spPr>
          <a:xfrm>
            <a:off x="19" y="5013919"/>
            <a:ext cx="9144000" cy="147900"/>
          </a:xfrm>
          <a:prstGeom prst="rect">
            <a:avLst/>
          </a:prstGeom>
          <a:solidFill>
            <a:srgbClr val="67143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Portada 1 verde">
  <p:cSld name="CUSTOM_7_1_1_2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6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6" title="Logo horizontal ATDT CRT.png"/>
          <p:cNvPicPr preferRelativeResize="0"/>
          <p:nvPr/>
        </p:nvPicPr>
        <p:blipFill rotWithShape="1">
          <a:blip r:embed="rId2">
            <a:alphaModFix/>
          </a:blip>
          <a:srcRect t="515" b="505"/>
          <a:stretch/>
        </p:blipFill>
        <p:spPr>
          <a:xfrm>
            <a:off x="1833213" y="810281"/>
            <a:ext cx="5477555" cy="53130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6" title="1.2 GobMx_Margarita Maza_fondo oscuro_H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56935" y="4143752"/>
            <a:ext cx="1830124" cy="78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Portadilla 1 verde">
  <p:cSld name="CUSTOM_7_1_1_1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7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7" title="1.2 GobMx_Margarita Maza_fondo oscuro_H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814125" y="4277923"/>
            <a:ext cx="1515761" cy="6468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" title="Logo horizontal ATDT CRT.png"/>
          <p:cNvPicPr preferRelativeResize="0"/>
          <p:nvPr/>
        </p:nvPicPr>
        <p:blipFill rotWithShape="1">
          <a:blip r:embed="rId3">
            <a:alphaModFix/>
          </a:blip>
          <a:srcRect t="515" b="505"/>
          <a:stretch/>
        </p:blipFill>
        <p:spPr>
          <a:xfrm>
            <a:off x="6411224" y="179426"/>
            <a:ext cx="2539175" cy="24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fondo oscuro 1 verde">
  <p:cSld name="TITLE_6_1_2_1_1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/>
          <p:nvPr/>
        </p:nvSpPr>
        <p:spPr>
          <a:xfrm>
            <a:off x="-37" y="0"/>
            <a:ext cx="9144000" cy="51435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8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8"/>
          <p:cNvSpPr txBox="1"/>
          <p:nvPr/>
        </p:nvSpPr>
        <p:spPr>
          <a:xfrm>
            <a:off x="18453676" y="45762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00" tIns="92000" rIns="92000" bIns="92000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s-419" sz="1000" b="0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‹Nº›</a:t>
            </a:fld>
            <a:endParaRPr sz="1000" b="0" i="0" u="none" strike="noStrike" cap="none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9" name="Google Shape;49;p8"/>
          <p:cNvSpPr txBox="1"/>
          <p:nvPr/>
        </p:nvSpPr>
        <p:spPr>
          <a:xfrm>
            <a:off x="18453676" y="45762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00" tIns="92000" rIns="92000" bIns="92000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s-419" sz="1000" b="0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‹Nº›</a:t>
            </a:fld>
            <a:endParaRPr sz="1000" b="0" i="0" u="none" strike="noStrike" cap="none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" name="Google Shape;50;p8"/>
          <p:cNvSpPr txBox="1"/>
          <p:nvPr/>
        </p:nvSpPr>
        <p:spPr>
          <a:xfrm>
            <a:off x="8488719" y="4834088"/>
            <a:ext cx="588300" cy="1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635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s-419" sz="900" b="0" i="0" u="none" strike="noStrike" cap="none">
                <a:solidFill>
                  <a:schemeClr val="lt1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 </a:t>
            </a:r>
            <a:fld id="{00000000-1234-1234-1234-123412341234}" type="slidenum">
              <a:rPr lang="es-419" sz="900" b="0" i="0" u="none" strike="noStrike" cap="none">
                <a:solidFill>
                  <a:schemeClr val="lt1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‹Nº›</a:t>
            </a:fld>
            <a:endParaRPr sz="900" b="0" i="0" u="none" strike="noStrike" cap="none">
              <a:solidFill>
                <a:schemeClr val="lt1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pic>
        <p:nvPicPr>
          <p:cNvPr id="51" name="Google Shape;51;p8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mplate 4 - Contenido 1 verde">
  <p:cSld name="TITLE_6_1_1_2_1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/>
          <p:nvPr/>
        </p:nvSpPr>
        <p:spPr>
          <a:xfrm>
            <a:off x="0" y="5013925"/>
            <a:ext cx="9144000" cy="129300"/>
          </a:xfrm>
          <a:prstGeom prst="rect">
            <a:avLst/>
          </a:prstGeom>
          <a:gradFill>
            <a:gsLst>
              <a:gs pos="0">
                <a:srgbClr val="4A7D75"/>
              </a:gs>
              <a:gs pos="100000">
                <a:srgbClr val="1B4044"/>
              </a:gs>
            </a:gsLst>
            <a:lin ang="10800025" scaled="0"/>
          </a:gra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/>
          <p:nvPr/>
        </p:nvSpPr>
        <p:spPr>
          <a:xfrm>
            <a:off x="-25" y="0"/>
            <a:ext cx="9144000" cy="521700"/>
          </a:xfrm>
          <a:prstGeom prst="rect">
            <a:avLst/>
          </a:prstGeom>
          <a:gradFill>
            <a:gsLst>
              <a:gs pos="0">
                <a:srgbClr val="1A4043"/>
              </a:gs>
              <a:gs pos="100000">
                <a:srgbClr val="002F2A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/>
          <p:nvPr/>
        </p:nvSpPr>
        <p:spPr>
          <a:xfrm>
            <a:off x="18453676" y="45762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00" tIns="92000" rIns="92000" bIns="92000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s-419" sz="1000" b="0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‹Nº›</a:t>
            </a:fld>
            <a:endParaRPr sz="1000" b="0" i="0" u="none" strike="noStrike" cap="none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7" name="Google Shape;57;p9"/>
          <p:cNvSpPr txBox="1"/>
          <p:nvPr/>
        </p:nvSpPr>
        <p:spPr>
          <a:xfrm>
            <a:off x="18453676" y="45762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2000" tIns="92000" rIns="92000" bIns="92000" anchor="ctr" anchorCtr="0">
            <a:norm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s-419" sz="1000" b="0" i="0" u="none" strike="noStrike" cap="none">
                <a:solidFill>
                  <a:srgbClr val="595959"/>
                </a:solidFill>
                <a:latin typeface="Poppins"/>
                <a:ea typeface="Poppins"/>
                <a:cs typeface="Poppins"/>
                <a:sym typeface="Poppins"/>
              </a:rPr>
              <a:t>‹Nº›</a:t>
            </a:fld>
            <a:endParaRPr sz="1000" b="0" i="0" u="none" strike="noStrike" cap="none">
              <a:solidFill>
                <a:srgbClr val="59595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9"/>
          <p:cNvSpPr txBox="1"/>
          <p:nvPr/>
        </p:nvSpPr>
        <p:spPr>
          <a:xfrm>
            <a:off x="8488719" y="4834088"/>
            <a:ext cx="588300" cy="1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635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s-419" sz="900" b="0" i="0" u="none" strike="noStrike" cap="none">
                <a:solidFill>
                  <a:srgbClr val="006157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 </a:t>
            </a:r>
            <a:fld id="{00000000-1234-1234-1234-123412341234}" type="slidenum">
              <a:rPr lang="es-419" sz="900" b="0" i="0" u="none" strike="noStrike" cap="none">
                <a:solidFill>
                  <a:srgbClr val="006157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‹Nº›</a:t>
            </a:fld>
            <a:endParaRPr sz="900" b="0" i="0" u="none" strike="noStrike" cap="none">
              <a:solidFill>
                <a:srgbClr val="006157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"/>
              <a:buNone/>
              <a:defRPr sz="1800" b="1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  <p:pic>
        <p:nvPicPr>
          <p:cNvPr id="60" name="Google Shape;60;p9" title="CRT-logo-02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61252" y="98234"/>
            <a:ext cx="588298" cy="3311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3"/>
          <p:cNvSpPr txBox="1"/>
          <p:nvPr/>
        </p:nvSpPr>
        <p:spPr>
          <a:xfrm>
            <a:off x="2483550" y="3010223"/>
            <a:ext cx="4176900" cy="4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750"/>
              </a:spcBef>
              <a:spcAft>
                <a:spcPts val="750"/>
              </a:spcAft>
              <a:buClr>
                <a:srgbClr val="000000"/>
              </a:buClr>
              <a:buSzPts val="5025"/>
              <a:buFont typeface="Arial"/>
              <a:buNone/>
            </a:pPr>
            <a:r>
              <a:rPr lang="es-419" sz="2000" dirty="0">
                <a:solidFill>
                  <a:srgbClr val="E6D195"/>
                </a:solidFill>
                <a:latin typeface="Noto Sans Light"/>
                <a:ea typeface="Noto Sans Light"/>
                <a:cs typeface="Noto Sans Light"/>
                <a:sym typeface="Noto Sans Light"/>
              </a:rPr>
              <a:t>2026</a:t>
            </a:r>
            <a:endParaRPr lang="es-419" sz="2000" b="0" i="0" u="none" strike="noStrike" cap="none" dirty="0">
              <a:solidFill>
                <a:srgbClr val="E6D195"/>
              </a:solidFill>
              <a:latin typeface="Noto Sans Light"/>
              <a:ea typeface="Noto Sans Light"/>
              <a:cs typeface="Noto Sans Light"/>
              <a:sym typeface="Noto Sans Light"/>
            </a:endParaRPr>
          </a:p>
        </p:txBody>
      </p:sp>
      <p:sp>
        <p:nvSpPr>
          <p:cNvPr id="147" name="Google Shape;147;p13"/>
          <p:cNvSpPr txBox="1"/>
          <p:nvPr/>
        </p:nvSpPr>
        <p:spPr>
          <a:xfrm>
            <a:off x="1651800" y="1808275"/>
            <a:ext cx="5840400" cy="8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3500" dirty="0">
                <a:solidFill>
                  <a:srgbClr val="FFFFFF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Anuario estadístico</a:t>
            </a:r>
            <a:endParaRPr lang="es-419" sz="3500" b="0" i="0" u="none" strike="noStrike" cap="none" dirty="0">
              <a:solidFill>
                <a:srgbClr val="FFFFFF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cxnSp>
        <p:nvCxnSpPr>
          <p:cNvPr id="148" name="Google Shape;148;p13"/>
          <p:cNvCxnSpPr/>
          <p:nvPr/>
        </p:nvCxnSpPr>
        <p:spPr>
          <a:xfrm>
            <a:off x="1651800" y="2807935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4"/>
          <p:cNvSpPr txBox="1"/>
          <p:nvPr/>
        </p:nvSpPr>
        <p:spPr>
          <a:xfrm>
            <a:off x="3460800" y="642025"/>
            <a:ext cx="2222400" cy="6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s-419" sz="2800">
                <a:solidFill>
                  <a:srgbClr val="FFFFFF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Índice</a:t>
            </a:r>
            <a:endParaRPr sz="2800" i="0" u="none" strike="noStrike" cap="none">
              <a:solidFill>
                <a:srgbClr val="FFFFFF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  <p:sp>
        <p:nvSpPr>
          <p:cNvPr id="154" name="Google Shape;154;p14"/>
          <p:cNvSpPr txBox="1"/>
          <p:nvPr/>
        </p:nvSpPr>
        <p:spPr>
          <a:xfrm>
            <a:off x="832623" y="1200577"/>
            <a:ext cx="7545659" cy="3570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88900">
              <a:lnSpc>
                <a:spcPct val="200000"/>
              </a:lnSpc>
              <a:buClr>
                <a:srgbClr val="E6D195"/>
              </a:buClr>
              <a:buSzPts val="2200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Introducción</a:t>
            </a:r>
          </a:p>
          <a:p>
            <a:pPr marL="457200" indent="-368300">
              <a:lnSpc>
                <a:spcPct val="200000"/>
              </a:lnSpc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INDICADORES ECONÓMICOS</a:t>
            </a:r>
          </a:p>
          <a:p>
            <a:pPr marL="457200" lvl="0" indent="-3683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SERVICIOS FIJOS DE TELECOMUNICACIONES</a:t>
            </a:r>
          </a:p>
          <a:p>
            <a:pPr marL="457200" lvl="0" indent="-3683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SERVICIOS MÓVILES DE TELECOMUNICACIONES</a:t>
            </a:r>
            <a:endParaRPr sz="1100" b="1" dirty="0">
              <a:solidFill>
                <a:srgbClr val="F3F3F3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457200" lvl="0" indent="-3683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TECNOLOGÍAS DE LA INFORMACIÓN Y COMUNICACIÓN (TIC)</a:t>
            </a:r>
          </a:p>
          <a:p>
            <a:pPr marL="457200" lvl="0" indent="-3683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PERSONAS USUARIAS DE SERVICIOS DE TELECOMUNICACIONES</a:t>
            </a:r>
          </a:p>
          <a:p>
            <a:pPr marL="457200" lvl="0" indent="-3683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419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INDICADORES CON PERSPECTIVA DE GÉNERO</a:t>
            </a:r>
          </a:p>
          <a:p>
            <a:pPr marL="457200" lvl="0" indent="-3683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419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 INDICADORES DE RADIODIFUSIÓN</a:t>
            </a:r>
          </a:p>
          <a:p>
            <a:pPr marL="457200" lvl="0" indent="-3683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  <a:buFont typeface="Noto Sans Black"/>
              <a:buAutoNum type="alphaUcPeriod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CONSUMO DE RADIO Y TELEVISIÓN</a:t>
            </a:r>
          </a:p>
          <a:p>
            <a:pPr marL="88900" lvl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E6D195"/>
              </a:buClr>
              <a:buSzPts val="2200"/>
            </a:pPr>
            <a:r>
              <a:rPr lang="es-MX" sz="1100" b="1" dirty="0">
                <a:solidFill>
                  <a:srgbClr val="F3F3F3"/>
                </a:solidFill>
                <a:latin typeface="Noto Sans"/>
                <a:ea typeface="Noto Sans"/>
                <a:cs typeface="Noto Sans"/>
                <a:sym typeface="Noto Sans"/>
              </a:rPr>
              <a:t>Conclusión </a:t>
            </a:r>
            <a:endParaRPr lang="es-419" sz="1100" b="1" dirty="0">
              <a:solidFill>
                <a:srgbClr val="F3F3F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cxnSp>
        <p:nvCxnSpPr>
          <p:cNvPr id="155" name="Google Shape;155;p14"/>
          <p:cNvCxnSpPr/>
          <p:nvPr/>
        </p:nvCxnSpPr>
        <p:spPr>
          <a:xfrm>
            <a:off x="1651800" y="1326910"/>
            <a:ext cx="5840400" cy="0"/>
          </a:xfrm>
          <a:prstGeom prst="straightConnector1">
            <a:avLst/>
          </a:prstGeom>
          <a:noFill/>
          <a:ln w="21450" cap="flat" cmpd="sng">
            <a:solidFill>
              <a:srgbClr val="E6D19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6" name="Google Shape;156;p14"/>
          <p:cNvSpPr txBox="1"/>
          <p:nvPr/>
        </p:nvSpPr>
        <p:spPr>
          <a:xfrm>
            <a:off x="8488719" y="4834088"/>
            <a:ext cx="588300" cy="1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635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s-419" sz="900" b="0" i="0" u="none" strike="noStrike" cap="none">
                <a:solidFill>
                  <a:schemeClr val="lt1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 </a:t>
            </a:r>
            <a:fld id="{00000000-1234-1234-1234-123412341234}" type="slidenum">
              <a:rPr lang="es-419" sz="900" b="0" i="0" u="none" strike="noStrike" cap="none">
                <a:solidFill>
                  <a:schemeClr val="lt1"/>
                </a:solidFill>
                <a:latin typeface="Noto Sans ExtraBold"/>
                <a:ea typeface="Noto Sans ExtraBold"/>
                <a:cs typeface="Noto Sans ExtraBold"/>
                <a:sym typeface="Noto Sans ExtraBold"/>
              </a:rPr>
              <a:t>2</a:t>
            </a:fld>
            <a:endParaRPr sz="900" b="0" i="0" u="none" strike="noStrike" cap="none">
              <a:solidFill>
                <a:schemeClr val="lt1"/>
              </a:solidFill>
              <a:latin typeface="Noto Sans ExtraBold"/>
              <a:ea typeface="Noto Sans ExtraBold"/>
              <a:cs typeface="Noto Sans ExtraBold"/>
              <a:sym typeface="Noto Sans Extra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INTRO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203634"/>
                </a:solidFill>
                <a:latin typeface="Noto Sans"/>
              </a:rPr>
              <a:t>INTRODUCCIÓN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INTRO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INTRODUCCIÓN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INTRO_TEXT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203634"/>
                </a:solidFill>
                <a:latin typeface="Noto Sans"/>
              </a:rPr>
              <a:t>Introducción</a:t>
            </a:r>
          </a:p>
          <a:p/>
          <a:p>
            <a:r>
              <a:rPr sz="1050">
                <a:solidFill>
                  <a:srgbClr val="434343"/>
                </a:solidFill>
                <a:latin typeface="Noto Sans"/>
              </a:rPr>
              <a:t>El Anuario Estadístico 2026 conserva la estructura temática del Anuario Estadístico 2024 y organiza los indicadores en ocho secciones. Esta versión de la presentación está preparada para recibir automáticamente las figuras generadas por el proyecto, manteniendo un identificador único para cada gráfica.</a:t>
            </a:r>
          </a:p>
        </p:txBody>
      </p:sp>
      <p:sp>
        <p:nvSpPr>
          <p:cNvPr id="202" name="ANUARIO_INTRO_TEXT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INTRODUCCIÓN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A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203634"/>
                </a:solidFill>
                <a:latin typeface="Noto Sans"/>
              </a:rPr>
              <a:t>A. INDICADORES ECONÓMICOS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A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1" descr="ANUARIO_FIGURE_ID=A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PRODUCTO INTERNO BRUTO Y CONTRIBUCIÓN DE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1" descr="ANUARIO_FIGURE_ID=A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{{FIGURA:A.1}}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2" descr="ANUARIO_FIGURE_ID=A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EMPLEO EN LOS SECTORES DE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2" descr="ANUARIO_FIGURE_ID=A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{{FIGURA:A.2}}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3" descr="ANUARIO_FIGURE_ID=A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ÍNDICES DE PRECIOS (INPC E IPCOM)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3" descr="ANUARIO_FIGURE_ID=A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{{FIGURA:A.3}}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4" descr="ANUARIO_FIGURE_ID=A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INVERSIÓN PRIVADA EN TELECOMUNICACIONES POR TIPO DE INVERSIÓN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4" descr="ANUARIO_FIGURE_ID=A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{{FIGURA:A.4}}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5" descr="ANUARIO_FIGURE_ID=A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INVERSIÓN EXTRANJERA DIRECTA (IED) EN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5" descr="ANUARIO_FIGURE_ID=A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{{FIGURA:A.5}}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6" descr="ANUARIO_FIGURE_ID=A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INGRESOS, EGRESOS Y MARGEN EN EL SECTOR DE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6" descr="ANUARIO_FIGURE_ID=A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{{FIGURA:A.6}}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7" descr="ANUARIO_FIGURE_ID=A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HOGARES CON SERVICIOS DE TELECOMUNICACIONES FIJAS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7" descr="ANUARIO_FIGURE_ID=A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{{FIGURA:A.7}}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8" descr="ANUARIO_FIGURE_ID=A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A.8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GASTO PROMEDIO Y PORCENTAJE DE GASTO EN SERVICIOS DE TELECOMUNICACIONES FIJAS DE LOS HOGARES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8" descr="ANUARIO_FIGURE_ID=A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{{FIGURA:A.8}}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9" descr="ANUARIO_FIGURE_ID=A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HOGARES CON SERVICIOS DE TELECOMUNICACIONES MÓVILES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9" descr="ANUARIO_FIGURE_ID=A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{{FIGURA:A.9}}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A_10" descr="ANUARIO_FIGURE_ID=A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A.10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GASTO PROMEDIO Y PORCENTAJE DE GASTO EN SERVICIOS DE TELECOMUNICACIONES MÓVILES DE LOS HOGARES POR DECIL DE INGRESO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A" descr="ANUARIO_SECTION=A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A. INDICADORES ECONÓMICOS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A_10" descr="ANUARIO_FIGURE_ID=A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{{FIGURA:A.10}}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B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203634"/>
                </a:solidFill>
                <a:latin typeface="Noto Sans"/>
              </a:rPr>
              <a:t>B. SERVICIOS FIJOS DE TELECOMUNICACIONES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B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" descr="ANUARIO_FIGURE_ID=B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A NIVEL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" descr="ANUARIO_FIGURE_ID=B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{{FIGURA:B.1}}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" descr="ANUARIO_FIGURE_ID=B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EN LAS ZONAS RURALES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" descr="ANUARIO_FIGURE_ID=B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{{FIGURA:B.2}}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3" descr="ANUARIO_FIGURE_ID=B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LOS SERVICIOS FIJOS CON RESPECTO DEL TOTAL DE HOGARES EN LAS ZONAS URBANAS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3" descr="ANUARIO_FIGURE_ID=B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{{FIGURA:B.3}}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4" descr="ANUARIO_FIGURE_ID=B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4" descr="ANUARIO_FIGURE_ID=B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{{FIGURA:B.4}}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5" descr="ANUARIO_FIGURE_ID=B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FIJO DE TELEFONÍA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5" descr="ANUARIO_FIGURE_ID=B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{{FIGURA:B.5}}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6" descr="ANUARIO_FIGURE_ID=B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FIJO DE TELEFONÍA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6" descr="ANUARIO_FIGURE_ID=B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{{FIGURA:B.6}}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7" descr="ANUARIO_FIGURE_ID=B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B.7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LÍNEAS DEL SERVICIO FIJO DE TELEFONÍA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7" descr="ANUARIO_FIGURE_ID=B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{{FIGURA:B.7}}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8" descr="ANUARIO_FIGURE_ID=B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 MINUTOS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8" descr="ANUARIO_FIGURE_ID=B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{{FIGURA:B.8}}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9" descr="ANUARIO_FIGURE_ID=B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9" descr="ANUARIO_FIGURE_ID=B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{{FIGURA:B.9}}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0" descr="ANUARIO_FIGURE_ID=B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HERFINDAHL-HIRSCHMAN (IHH) DEL SERVICIO FIJO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0" descr="ANUARIO_FIGURE_ID=B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{{FIGURA:B.10}}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1" descr="ANUARIO_FIGURE_ID=B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1" descr="ANUARIO_FIGURE_ID=B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{{FIGURA:B.11}}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2" descr="ANUARIO_FIGURE_ID=B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FIJO DE INTERNET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2" descr="ANUARIO_FIGURE_ID=B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{{FIGURA:B.12}}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3" descr="ANUARIO_FIGURE_ID=B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ACCESOS DEL SERVICIO FIJO DE INTERNET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3" descr="ANUARIO_FIGURE_ID=B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{{FIGURA:B.13}}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4" descr="ANUARIO_FIGURE_ID=B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B.14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ACCESOS DEL SERVICIO FIJO DE INTERNET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4" descr="ANUARIO_FIGURE_ID=B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{{FIGURA:B.14}}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5" descr="ANUARIO_FIGURE_ID=B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B.15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ACCESOS DEL SERVICIO FIJO DE INTERNET POR RANGOS DE VELOCIDAD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5" descr="ANUARIO_FIGURE_ID=B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{{FIGURA:B.15}}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6" descr="ANUARIO_FIGURE_ID=B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 ACCESOS DEL SERVICIO FIJO DE INTERNET POR TECNOLOGÍA Y SEGMENTO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6" descr="ANUARIO_FIGURE_ID=B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{{FIGURA:B.16}}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7" descr="ANUARIO_FIGURE_ID=B.1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7" descr="ANUARIO_FIGURE_ID=B.1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{{FIGURA:B.17}}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8" descr="ANUARIO_FIGURE_ID=B.1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HERFINDAHL-HIRSCHMAN (IHH) DEL SERVICIO FIJO DE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8" descr="ANUARIO_FIGURE_ID=B.1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{{FIGURA:B.18}}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19" descr="ANUARIO_FIGURE_ID=B.1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B.19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19" descr="ANUARIO_FIGURE_ID=B.1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{{FIGURA:B.19}}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0" descr="ANUARIO_FIGURE_ID=B.2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ACCESOS DEL SERVICIO DE TELEVISIÓN RESTRINGIDA POR CADA 100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0" descr="ANUARIO_FIGURE_ID=B.2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{{FIGURA:B.20}}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1" descr="ANUARIO_FIGURE_ID=B.2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ACCESOS DEL SERVICIO DE TELEVISIÓN RESTRINGIDA RESIDENCIAL POR CADA 100 HOGARES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1" descr="ANUARIO_FIGURE_ID=B.2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{{FIGURA:B.21}}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2" descr="ANUARIO_FIGURE_ID=B.2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B.22</a:t>
            </a:r>
          </a:p>
          <a:p>
            <a:pPr algn="l"/>
            <a:r>
              <a:rPr sz="850" b="1">
                <a:solidFill>
                  <a:srgbClr val="203634"/>
                </a:solidFill>
                <a:latin typeface="Noto Sans"/>
              </a:rPr>
              <a:t>ACCESOS DEL SERVICIO DE TELEVISIÓN RESTRINGIDA NO RESIDENCIAL POR CADA 100 UNIDADES ECONÓMICAS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2" descr="ANUARIO_FIGURE_ID=B.2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{{FIGURA:B.22}}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3" descr="ANUARIO_FIGURE_ID=B.2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TECNOLOGÍAS DE CONEXIÓN DEL SERVICIO DE TELEVISIÓN RESTRINGIDA POR SEGMENTO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3" descr="ANUARIO_FIGURE_ID=B.2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{{FIGURA:B.23}}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4" descr="ANUARIO_FIGURE_ID=B.2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4" descr="ANUARIO_FIGURE_ID=B.2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{{FIGURA:B.24}}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B_25" descr="ANUARIO_FIGURE_ID=B.2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B.25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DE TELEVISIÓN RESTRINGIDA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B" descr="ANUARIO_SECTION=B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B. SERVICIOS FIJOS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B_25" descr="ANUARIO_FIGURE_ID=B.2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{{FIGURA:B.25}}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C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203634"/>
                </a:solidFill>
                <a:latin typeface="Noto Sans"/>
              </a:rPr>
              <a:t>C. SERVICIOS MÓVILES DE TELECOMUNICACIONES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C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" descr="ANUARIO_FIGURE_ID=C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ESPECTRO RADIOELÉCTRICO ASIGNADO POR BANDA DE FRECUENCIA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" descr="ANUARIO_FIGURE_ID=C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{{FIGURA:C.1}}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2" descr="ANUARIO_FIGURE_ID=C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DISTRIBUCIÓN DEL ESPECTRO RADIOELÉCTRICO POR OPERADOR Y POR BANDA DE FRECUENCIA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2" descr="ANUARIO_FIGURE_ID=C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{{FIGURA:C.2}}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3" descr="ANUARIO_FIGURE_ID=C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DEL USO DE LOS SERVICIOS MÓVILES DE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3" descr="ANUARIO_FIGURE_ID=C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{{FIGURA:C.3}}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4" descr="ANUARIO_FIGURE_ID=C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C.4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DEL USO DE LOS SERVICIOS MÓVILES DE TELECOMUNICACIONES POR ZONA GEOGRÁFICA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4" descr="ANUARIO_FIGURE_ID=C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{{FIGURA:C.4}}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5" descr="ANUARIO_FIGURE_ID=C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TELEFONÍA POR MODALIDAD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5" descr="ANUARIO_FIGURE_ID=C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{{FIGURA:C.5}}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6" descr="ANUARIO_FIGURE_ID=C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TELEFONÍA POR CADA 100 HABITANTES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6" descr="ANUARIO_FIGURE_ID=C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{{FIGURA:C.6}}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7" descr="ANUARIO_FIGURE_ID=C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MÓVIL DE TELEFONÍA POR CADA 100 HABITANTES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7" descr="ANUARIO_FIGURE_ID=C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{{FIGURA:C.7}}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8" descr="ANUARIO_FIGURE_ID=C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 MINUTOS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8" descr="ANUARIO_FIGURE_ID=C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{{FIGURA:C.8}}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9" descr="ANUARIO_FIGURE_ID=C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9" descr="ANUARIO_FIGURE_ID=C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{{FIGURA:C.9}}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0" descr="ANUARIO_FIGURE_ID=C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MÓVIL DE TELEFONÍA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0" descr="ANUARIO_FIGURE_ID=C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{{FIGURA:C.10}}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1" descr="ANUARIO_FIGURE_ID=C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ACCESO A INTERNET POR MODALIDAD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1" descr="ANUARIO_FIGURE_ID=C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{{FIGURA:C.11}}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2" descr="ANUARIO_FIGURE_ID=C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LÍNEAS DEL SERVICIO MÓVIL DE ACCESO A INTERNET POR CADA 100 HABITANTES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2" descr="ANUARIO_FIGURE_ID=C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{{FIGURA:C.12}}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3" descr="ANUARIO_FIGURE_ID=C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LÍNEAS DEL SERVICIO MÓVIL DE ACCESO A INTERNET POR CADA 100 HABITANTES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3" descr="ANUARIO_FIGURE_ID=C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{{FIGURA:C.13}}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4" descr="ANUARIO_FIGURE_ID=C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TRÁFICO DEL SERVICIO MÓVIL DE ACCESO A INTERNET POR TECNOLOGÍA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4" descr="ANUARIO_FIGURE_ID=C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{{FIGURA:C.14}}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5" descr="ANUARIO_FIGURE_ID=C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PARTICIPACIÓN DE MERCADO DEL SERVICIO MÓVIL DE ACCESO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5" descr="ANUARIO_FIGURE_ID=C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{{FIGURA:C.15}}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C_16" descr="ANUARIO_FIGURE_ID=C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C.16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DE CONCENTRACIÓN DEL SERVICIO MÓVIL DE ACCESO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C" descr="ANUARIO_SECTION=C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C. SERVICIOS MÓVILES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C_16" descr="ANUARIO_FIGURE_ID=C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{{FIGURA:C.16}}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D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203634"/>
                </a:solidFill>
                <a:latin typeface="Noto Sans"/>
              </a:rPr>
              <a:t>D. TECNOLOGÍAS DE LA INFORMACIÓN Y COMUNICACIÓN (TIC)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D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" descr="ANUARIO_FIGURE_ID=D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DISPONIBILIDAD DE LAS TIC EN LOS HOGARES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" descr="ANUARIO_FIGURE_ID=D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{{FIGURA:D.1}}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2" descr="ANUARIO_FIGURE_ID=D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SMARTPHONE E INTERNET POR GRUPOS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2" descr="ANUARIO_FIGURE_ID=D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{{FIGURA:D.2}}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3" descr="ANUARIO_FIGURE_ID=D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HORAS PROMEDIO DE USO DE INTERNET POR GRUPOS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3" descr="ANUARIO_FIGURE_ID=D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{{FIGURA:D.3}}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4" descr="ANUARIO_FIGURE_ID=D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DISPOSITIVOS INTELIGENTES CONECTADOS A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4" descr="ANUARIO_FIGURE_ID=D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{{FIGURA:D.4}}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5" descr="ANUARIO_FIGURE_ID=D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D.5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FORMA EN QUE LAS PERSONAS APRENDIERON A BUSCAR INFORMACIÓN O USAR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5" descr="ANUARIO_FIGURE_ID=D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{{FIGURA:D.5}}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6" descr="ANUARIO_FIGURE_ID=D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EXPERIENCIAS NEGATIVAS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6" descr="ANUARIO_FIGURE_ID=D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{{FIGURA:D.6}}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7" descr="ANUARIO_FIGURE_ID=D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EXPERIENCIAS NEGATIVAS EN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7" descr="ANUARIO_FIGURE_ID=D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{{FIGURA:D.7}}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8" descr="ANUARIO_FIGURE_ID=D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INFLUENCIA DE LA CONFIANZA EN INTERNET SOBRE SU USO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8" descr="ANUARIO_FIGURE_ID=D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{{FIGURA:D.8}}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9" descr="ANUARIO_FIGURE_ID=D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PERCEPCIÓN DE SEGURIDAD AL REALIZAR COMPRAS POR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9" descr="ANUARIO_FIGURE_ID=D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{{FIGURA:D.9}}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0" descr="ANUARIO_FIGURE_ID=D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PERCEPCIÓN DE SEGURIDAD AL USAR BANCA POR INTERNET POR GRUPO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0" descr="ANUARIO_FIGURE_ID=D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{{FIGURA:D.10}}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D_11" descr="ANUARIO_FIGURE_ID=D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D.11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PERCEPCIÓN DE SEGURIDAD AL COMPARTIR INFORMACIÓN EN REDES SOCIALES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D" descr="ANUARIO_SECTION=D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D. TECNOLOGÍAS DE LA INFORMACIÓN Y COMUNICACIÓN (TIC)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D_11" descr="ANUARIO_FIGURE_ID=D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{{FIGURA:D.11}}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E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203634"/>
                </a:solidFill>
                <a:latin typeface="Noto Sans"/>
              </a:rPr>
              <a:t>E. PERSONAS USUARIAS DE SERVICIOS DE TELECOMUNICACIONES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E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1" descr="ANUARIO_FIGURE_ID=E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GENERAL DE SATISFACCIÓN POR SERVICIO DE TELECOMUNICACIONES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1" descr="ANUARIO_FIGURE_ID=E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{{FIGURA:E.1}}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2" descr="ANUARIO_FIGURE_ID=E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PRINCIPALES HALLAZGOS DE LA INTELIGENCIA ARTIFICIAL Y CHATGPT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2" descr="ANUARIO_FIGURE_ID=E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{{FIGURA:E.2}}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3" descr="ANUARIO_FIGURE_ID=E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ÍNDICE GENERAL DE SATISFACCIÓN POR SERVICIO Y TAMAÑO DE EMPRESA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3" descr="ANUARIO_FIGURE_ID=E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{{FIGURA:E.3}}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4" descr="ANUARIO_FIGURE_ID=E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SERVICIOS DE TELECOMUNICACIONES CONTRATADOS POR LAS MIPYMES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4" descr="ANUARIO_FIGURE_ID=E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{{FIGURA:E.4}}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5" descr="ANUARIO_FIGURE_ID=E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PERCEPCIÓN DE BENEFICIOS DE INTERNET FIJO Y TELEFONÍA FIJA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5" descr="ANUARIO_FIGURE_ID=E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{{FIGURA:E.5}}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6" descr="ANUARIO_FIGURE_ID=E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BENEFICIOS DE VENDER MEDIANTE INTERNET FIJO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6" descr="ANUARIO_FIGURE_ID=E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{{FIGURA:E.6}}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7" descr="ANUARIO_FIGURE_ID=E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DISPOSITIVOS UTILIZADOS POR LAS MIPYMES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7" descr="ANUARIO_FIGURE_ID=E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{{FIGURA:E.7}}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8" descr="ANUARIO_FIGURE_ID=E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BENEFICIOS DE CONTAR CON UNA APLICACIÓN MÓVIL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8" descr="ANUARIO_FIGURE_ID=E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{{FIGURA:E.8}}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E_9" descr="ANUARIO_FIGURE_ID=E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E.9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SERVICIOS DE TELECOMUNICACIONES MÁS IMPORTANTES PARA MIPYMES IMPORTADORAS Y EXPORTADORAS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E" descr="ANUARIO_SECTION=E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E. PERSONAS USUARIAS DE SERVICIOS DE TELECOMUNICACIONES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E_9" descr="ANUARIO_FIGURE_ID=E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{{FIGURA:E.9}}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F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203634"/>
                </a:solidFill>
                <a:latin typeface="Noto Sans"/>
              </a:rPr>
              <a:t>F. INDICADORES CON PERSPECTIVA DE GÉNERO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F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1" descr="ANUARIO_FIGURE_ID=F.1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APLICACIONES INSTALADAS MEDIANTE SMARTPHONE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1" descr="ANUARIO_FIGURE_ID=F.1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{{FIGURA:F.1.1}}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2" descr="ANUARIO_FIGURE_ID=F.1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ACTIVIDADES REALIZADAS EN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2" descr="ANUARIO_FIGURE_ID=F.1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{{FIGURA:F.1.2}}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3" descr="ANUARIO_FIGURE_ID=F.1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HABILIDADES EN LA COMPUTADORA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3" descr="ANUARIO_FIGURE_ID=F.1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{{FIGURA:F.1.3}}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_4" descr="ANUARIO_FIGURE_ID=F.1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F.1.4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USO DE REDES SOCIALES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_4" descr="ANUARIO_FIGURE_ID=F.1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{{FIGURA:F.1.4}}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2" descr="ANUARIO_FIGURE_ID=F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EMPLEADAS EN TELECOMUNICACIONES Y RADIODIFUSIÓN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2" descr="ANUARIO_FIGURE_ID=F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{{FIGURA:F.2}}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3" descr="ANUARIO_FIGURE_ID=F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LA POBLACIÓN DE 12 AÑOS Y MÁS QUE VIVIÓ CIBERACOSO POR ENTIDAD FEDERATIVA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3" descr="ANUARIO_FIGURE_ID=F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{{FIGURA:F.3}}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4" descr="ANUARIO_FIGURE_ID=F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F.4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LA POBLACIÓN DE 12 AÑOS Y MÁS QUE VIVIÓ CIBERACOSO POR ENTIDAD FEDERATIVA Y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4" descr="ANUARIO_FIGURE_ID=F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{{FIGURA:F.4}}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5" descr="ANUARIO_FIGURE_ID=F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LA POBLACIÓN QUE VIVIÓ CIBERACOSO POR SEXO Y RANGO DE EDAD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5" descr="ANUARIO_FIGURE_ID=F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{{FIGURA:F.5}}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6" descr="ANUARIO_FIGURE_ID=F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DISTRIBUCIÓN DE LAS SITUACIONES DE CIBERACOSO EXPERIMENTADAS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6" descr="ANUARIO_FIGURE_ID=F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{{FIGURA:F.6}}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7" descr="ANUARIO_FIGURE_ID=F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F.7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MEDIDAS DE SEGURIDAD PARA PROTEGER EQUIPOS O CUENTAS DE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7" descr="ANUARIO_FIGURE_ID=F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{{FIGURA:F.7}}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8" descr="ANUARIO_FIGURE_ID=F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F.8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POBLACIÓN QUE VIVIÓ CIBERACOSO POR MEDIOS DIGITALES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8" descr="ANUARIO_FIGURE_ID=F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{{FIGURA:F.8}}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9" descr="ANUARIO_FIGURE_ID=F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TOMADAS CONTRA EL CIBERACOSO EXPERIMENTADO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9" descr="ANUARIO_FIGURE_ID=F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{{FIGURA:F.9}}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0" descr="ANUARIO_FIGURE_ID=F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F.10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SER VÍCTIMAS DE VIOLENCIA EN INTERNET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0" descr="ANUARIO_FIGURE_ID=F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{{FIGURA:F.10}}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1" descr="ANUARIO_FIGURE_ID=F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PERSONAS CON MAYOR RIESGO DE SER VÍCTIMAS DE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1" descr="ANUARIO_FIGURE_ID=F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{{FIGURA:F.11}}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2" descr="ANUARIO_FIGURE_ID=F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VIOLENCIA A TRAVÉS DEL TELÉFONO MÓVIL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2" descr="ANUARIO_FIGURE_ID=F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{{FIGURA:F.12}}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3" descr="ANUARIO_FIGURE_ID=F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F.13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PERSONAS CON MAYOR RIESGO DE VIOLENCIA MEDIANTE TELEFONÍA MÓVIL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3" descr="ANUARIO_FIGURE_ID=F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{{FIGURA:F.13}}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4" descr="ANUARIO_FIGURE_ID=F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PREVENTIVAS Y DE PROTECCIÓN ANTE LA VIOLENCIA DIGITAL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4" descr="ANUARIO_FIGURE_ID=F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{{FIGURA:F.14}}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5" descr="ANUARIO_FIGURE_ID=F.1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ACCIONES PARA PROTEGERSE O PREVENIR LA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5" descr="ANUARIO_FIGURE_ID=F.1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{{FIGURA:F.15}}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F_16" descr="ANUARIO_FIGURE_ID=F.1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F.16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MEDIDAS QUE SE TOMARÍAN ANTE VIOLENCIA EN INTERNET POR SEXO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F" descr="ANUARIO_SECTION=F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F. INDICADORES CON PERSPECTIVA DE GÉNERO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F_16" descr="ANUARIO_FIGURE_ID=F.1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{{FIGURA:F.16}}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G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203634"/>
                </a:solidFill>
                <a:latin typeface="Noto Sans"/>
              </a:rPr>
              <a:t>G. INDICADORES DE RADIODIFUSIÓN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G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G. INDICADORES DE RADIODIFUSIÓN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G_1" descr="ANUARIO_FIGURE_ID=G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G.1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CONCESIONES OTORGADAS DE RADIODIFUSIÓN PARA AM, FM Y TDT, A NIVEL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G" descr="ANUARIO_SECTION=G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G. INDICADORES DE RADIODIFUSIÓN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G_1" descr="ANUARIO_FIGURE_ID=G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{{FIGURA:G.1}}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H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203634"/>
                </a:solidFill>
                <a:latin typeface="Noto Sans"/>
              </a:rPr>
              <a:t>H. CONSUMO DE RADIO Y TELEVISIÓN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H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" descr="ANUARIO_FIGURE_ID=H.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PERSONAS QUE VIERON LA TELEVISIÓN POR HORA A NIVEL NACIONAL (28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" descr="ANUARIO_FIGURE_ID=H.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{{FIGURA:H.1}}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2" descr="ANUARIO_FIGURE_ID=H.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H.2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(28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2" descr="ANUARIO_FIGURE_ID=H.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{{FIGURA:H.2}}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3" descr="ANUARIO_FIGURE_ID=H.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PORCENTAJE DE PERSONAS QUE VIERON LA TELEVISIÓN POR HORA EN CIUDAD DE MÉXICO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3" descr="ANUARIO_FIGURE_ID=H.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{{FIGURA:H.3}}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4" descr="ANUARIO_FIGURE_ID=H.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H.4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(CDMX)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4" descr="ANUARIO_FIGURE_ID=H.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{{FIGURA:H.4}}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5" descr="ANUARIO_FIGURE_ID=H.5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H.5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GUADALAJARA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5" descr="ANUARIO_FIGURE_ID=H.5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{{FIGURA:H.5}}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6" descr="ANUARIO_FIGURE_ID=H.6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H.6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(GUADALAJARA)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6" descr="ANUARIO_FIGURE_ID=H.6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{{FIGURA:H.6}}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7" descr="ANUARIO_FIGURE_ID=H.7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H.7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MONTERREY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7" descr="ANUARIO_FIGURE_ID=H.7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{{FIGURA:H.7}}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8" descr="ANUARIO_FIGURE_ID=H.8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H.8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(MONTERREY)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8" descr="ANUARIO_FIGURE_ID=H.8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{{FIGURA:H.8}}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9" descr="ANUARIO_FIGURE_ID=H.9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H.9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PORCENTAJE DE PERSONAS QUE VIERON LA TELEVISIÓN POR HORA EN 25 CIUDADES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9" descr="ANUARIO_FIGURE_ID=H.9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{{FIGURA:H.9}}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0" descr="ANUARIO_FIGURE_ID=H.10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H.10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HORAS DEDICADAS Y RATING PROMEDIO POR GÉNERO EN CANALES NACIONALES (25 CIUDADES)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0" descr="ANUARIO_FIGURE_ID=H.10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{{FIGURA:H.10}}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1" descr="ANUARIO_FIGURE_ID=H.11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H.11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NACIONAL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1" descr="ANUARIO_FIGURE_ID=H.11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{{FIGURA:H.11}}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2" descr="ANUARIO_FIGURE_ID=H.12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H.12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CDMX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2" descr="ANUARIO_FIGURE_ID=H.12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{{FIGURA:H.12}}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3" descr="ANUARIO_FIGURE_ID=H.13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H.13</a:t>
            </a:r>
          </a:p>
          <a:p>
            <a:pPr algn="l"/>
            <a:r>
              <a:rPr sz="950" b="1">
                <a:solidFill>
                  <a:srgbClr val="203634"/>
                </a:solidFill>
                <a:latin typeface="Noto Sans"/>
              </a:rPr>
              <a:t>PROPORCIÓN DE PERSONAS QUE ESCUCHARON LA RADIO POR HORA (%) — GUADALAJARA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3" descr="ANUARIO_FIGURE_ID=H.13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{{FIGURA:H.13}}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TEXT_H_14" descr="ANUARIO_FIGURE_ID=H.14;ROLE=NARRATIVE_PLACEHOLDER"/>
          <p:cNvSpPr/>
          <p:nvPr/>
        </p:nvSpPr>
        <p:spPr>
          <a:xfrm>
            <a:off x="450900" y="943525"/>
            <a:ext cx="252990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146304" tIns="164592" rIns="146304" bIns="128016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>
                <a:solidFill>
                  <a:srgbClr val="203634"/>
                </a:solidFill>
                <a:latin typeface="Noto Sans"/>
              </a:rPr>
              <a:t>FIGURA H.14</a:t>
            </a:r>
          </a:p>
          <a:p>
            <a:pPr algn="l"/>
            <a:r>
              <a:rPr sz="1050" b="1">
                <a:solidFill>
                  <a:srgbClr val="203634"/>
                </a:solidFill>
                <a:latin typeface="Noto Sans"/>
              </a:rPr>
              <a:t>PROPORCIÓN DE PERSONAS QUE ESCUCHARON LA RADIO POR HORA (%) — MONTERREY</a:t>
            </a:r>
          </a:p>
          <a:p/>
          <a:p>
            <a:pPr algn="l"/>
            <a:r>
              <a:rPr sz="819">
                <a:solidFill>
                  <a:srgbClr val="434343"/>
                </a:solidFill>
                <a:latin typeface="Noto Sans"/>
              </a:rPr>
              <a:t>Anuario Estadístico 2026 · espacio preparado para inserción automática.</a:t>
            </a:r>
          </a:p>
        </p:txBody>
      </p:sp>
      <p:sp>
        <p:nvSpPr>
          <p:cNvPr id="202" name="ANUARIO_SECTION_HEADER_H" descr="ANUARIO_SECTION=H;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H. CONSUMO DE RADIO Y TELEVISIÓN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ANUARIO_FIGURE_H_14" descr="ANUARIO_FIGURE_ID=H.14;ROLE=FIGURE_PLACEHOLDER;FIT=CONTAIN" title="Marcador automático para Figura A.1">
            <a:extLst>
              <a:ext uri="{FF2B5EF4-FFF2-40B4-BE49-F238E27FC236}">
                <a16:creationId xmlns:a16="http://schemas.microsoft.com/office/drawing/2014/main" id="{1C9B3570-B527-2EAE-B3A8-68A4B17C97AF}"/>
              </a:ext>
            </a:extLst>
          </p:cNvPr>
          <p:cNvSpPr/>
          <p:nvPr/>
        </p:nvSpPr>
        <p:spPr>
          <a:xfrm>
            <a:off x="3284220" y="943525"/>
            <a:ext cx="542544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sz="2500" b="1">
                <a:solidFill>
                  <a:srgbClr val="203634"/>
                </a:solidFill>
                <a:latin typeface="Noto Sans"/>
              </a:rPr>
              <a:t>{{FIGURA:H.14}}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SECTION_CONCLUSION" descr="ROLE=SECTION_DIVIDER"/>
          <p:cNvSpPr/>
          <p:nvPr/>
        </p:nvSpPr>
        <p:spPr>
          <a:xfrm>
            <a:off x="450900" y="943525"/>
            <a:ext cx="825876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320040" tIns="91425" rIns="32004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3600" b="1">
                <a:solidFill>
                  <a:srgbClr val="203634"/>
                </a:solidFill>
                <a:latin typeface="Noto Sans"/>
              </a:rPr>
              <a:t>CONCLUSIÓN</a:t>
            </a:r>
            <a:endParaRPr lang="es-419" sz="1700" dirty="0">
              <a:solidFill>
                <a:srgbClr val="20363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02" name="ANUARIO_SECTION_CONCLUSION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CONCLUSIÓN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2" name="ANUARIO_CONCLUSION_TEXT" descr="ROLE=TEXT_SECTION"/>
          <p:cNvSpPr/>
          <p:nvPr/>
        </p:nvSpPr>
        <p:spPr>
          <a:xfrm>
            <a:off x="450900" y="943525"/>
            <a:ext cx="8253550" cy="3590400"/>
          </a:xfrm>
          <a:prstGeom prst="roundRect">
            <a:avLst>
              <a:gd name="adj" fmla="val 4303"/>
            </a:avLst>
          </a:prstGeom>
          <a:solidFill>
            <a:schemeClr val="lt2"/>
          </a:solidFill>
          <a:ln>
            <a:noFill/>
          </a:ln>
          <a:effectLst>
            <a:outerShdw blurRad="214313" dist="19050" dir="4800000" algn="b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>
                <a:solidFill>
                  <a:srgbClr val="203634"/>
                </a:solidFill>
                <a:latin typeface="Noto Sans"/>
              </a:rPr>
              <a:t>Conclusión</a:t>
            </a:r>
          </a:p>
          <a:p/>
          <a:p>
            <a:r>
              <a:rPr sz="1050">
                <a:solidFill>
                  <a:srgbClr val="434343"/>
                </a:solidFill>
                <a:latin typeface="Noto Sans"/>
              </a:rPr>
              <a:t>Plantilla completa del Anuario Estadístico 2026 preparada para automatización. Cada figura dispone de un marcador único y de un nombre de objeto estable, de modo que el generador puede localizar la diapositiva, reemplazar el marcador por la imagen correspondiente y conservar la composición de la presentación.</a:t>
            </a:r>
          </a:p>
        </p:txBody>
      </p:sp>
      <p:sp>
        <p:nvSpPr>
          <p:cNvPr id="202" name="ANUARIO_CONCLUSION_TEXT_HEADER" descr="ROLE=SECTION_HEADER"/>
          <p:cNvSpPr txBox="1">
            <a:spLocks noGrp="1"/>
          </p:cNvSpPr>
          <p:nvPr>
            <p:ph type="title"/>
          </p:nvPr>
        </p:nvSpPr>
        <p:spPr>
          <a:xfrm>
            <a:off x="191525" y="37775"/>
            <a:ext cx="73110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t>CONCLUSIÓN</a:t>
            </a:r>
          </a:p>
        </p:txBody>
      </p:sp>
      <p:sp>
        <p:nvSpPr>
          <p:cNvPr id="217" name="Google Shape;217;p15"/>
          <p:cNvSpPr/>
          <p:nvPr/>
        </p:nvSpPr>
        <p:spPr>
          <a:xfrm>
            <a:off x="7564950" y="4450475"/>
            <a:ext cx="384000" cy="384000"/>
          </a:xfrm>
          <a:prstGeom prst="ellipse">
            <a:avLst/>
          </a:prstGeom>
          <a:solidFill>
            <a:srgbClr val="2036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5"/>
          <p:cNvSpPr/>
          <p:nvPr/>
        </p:nvSpPr>
        <p:spPr>
          <a:xfrm>
            <a:off x="7816783" y="4450475"/>
            <a:ext cx="384000" cy="384000"/>
          </a:xfrm>
          <a:prstGeom prst="ellipse">
            <a:avLst/>
          </a:prstGeom>
          <a:solidFill>
            <a:srgbClr val="4A7D7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5"/>
          <p:cNvSpPr/>
          <p:nvPr/>
        </p:nvSpPr>
        <p:spPr>
          <a:xfrm>
            <a:off x="8068617" y="4450475"/>
            <a:ext cx="384000" cy="384000"/>
          </a:xfrm>
          <a:prstGeom prst="ellipse">
            <a:avLst/>
          </a:prstGeom>
          <a:solidFill>
            <a:srgbClr val="9AC4C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15"/>
          <p:cNvSpPr/>
          <p:nvPr/>
        </p:nvSpPr>
        <p:spPr>
          <a:xfrm>
            <a:off x="8320450" y="4450475"/>
            <a:ext cx="384000" cy="384000"/>
          </a:xfrm>
          <a:prstGeom prst="ellipse">
            <a:avLst/>
          </a:prstGeom>
          <a:solidFill>
            <a:srgbClr val="E6D19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EEBCBE3C554DA24CB7C8D4C20CA639E2" ma:contentTypeVersion="5" ma:contentTypeDescription="Crear nuevo documento." ma:contentTypeScope="" ma:versionID="0fcc438b67c801b3c2d9fb562e1e9338">
  <xsd:schema xmlns:xsd="http://www.w3.org/2001/XMLSchema" xmlns:xs="http://www.w3.org/2001/XMLSchema" xmlns:p="http://schemas.microsoft.com/office/2006/metadata/properties" xmlns:ns3="e85a5d3e-7efa-40e1-bbb8-3d115bd3e7d8" targetNamespace="http://schemas.microsoft.com/office/2006/metadata/properties" ma:root="true" ma:fieldsID="a6812b3cfc37913c39a104671458b8db" ns3:_="">
    <xsd:import namespace="e85a5d3e-7efa-40e1-bbb8-3d115bd3e7d8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5a5d3e-7efa-40e1-bbb8-3d115bd3e7d8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85a5d3e-7efa-40e1-bbb8-3d115bd3e7d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F655FB2-7D4B-41EB-AB16-DA03FD3DD1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85a5d3e-7efa-40e1-bbb8-3d115bd3e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496415D-E6AE-49DC-90DB-3F584607812F}">
  <ds:schemaRefs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elements/1.1/"/>
    <ds:schemaRef ds:uri="http://schemas.microsoft.com/office/infopath/2007/PartnerControls"/>
    <ds:schemaRef ds:uri="e85a5d3e-7efa-40e1-bbb8-3d115bd3e7d8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6081950B-401E-479D-907B-8F99CA94331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528</Words>
  <Application>Microsoft Office PowerPoint</Application>
  <PresentationFormat>Presentación en pantalla (16:9)</PresentationFormat>
  <Paragraphs>68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Noto Sans Light</vt:lpstr>
      <vt:lpstr>Poppins</vt:lpstr>
      <vt:lpstr>Arial</vt:lpstr>
      <vt:lpstr>Noto Sans</vt:lpstr>
      <vt:lpstr>Noto Sans ExtraBold</vt:lpstr>
      <vt:lpstr>Noto Sans Black</vt:lpstr>
      <vt:lpstr>Simple Light</vt:lpstr>
      <vt:lpstr>Presentación de PowerPoint</vt:lpstr>
      <vt:lpstr>Presentación de PowerPoint</vt:lpstr>
      <vt:lpstr>A. INDICADORES ECONÓMICOS</vt:lpstr>
      <vt:lpstr>A. INDICADORES ECONÓMICOS</vt:lpstr>
      <vt:lpstr>A. INDICADORES ECONÓMICOS</vt:lpstr>
      <vt:lpstr>A. INDICADORES ECONÓMICOS</vt:lpstr>
      <vt:lpstr>A. INDICADORES ECONÓMICOS</vt:lpstr>
      <vt:lpstr>A. INDICADORES ECONÓMICOS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Gustavo Ivan Garcia Quiroz</dc:creator>
  <cp:lastModifiedBy>Gustavo Ivan Garcia Quiroz</cp:lastModifiedBy>
  <cp:revision>2</cp:revision>
  <dcterms:modified xsi:type="dcterms:W3CDTF">2026-09-15T18:13:40Z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0x010100EEBCBE3C554DA24CB7C8D4C20CA639E2</vt:lpwstr>
  </property>
</Properties>
</file>